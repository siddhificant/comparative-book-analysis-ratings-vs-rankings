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Corbel"/>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h9qoPrvFSd5EPTDz+YKG0aiXaA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orbel-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Corbel-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orbel-bold.fntdata"/><Relationship Id="rId6" Type="http://schemas.openxmlformats.org/officeDocument/2006/relationships/slide" Target="slides/slide1.xml"/><Relationship Id="rId18" Type="http://schemas.openxmlformats.org/officeDocument/2006/relationships/font" Target="fonts/Corbel-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grpSp>
        <p:nvGrpSpPr>
          <p:cNvPr id="19" name="Google Shape;19;p14"/>
          <p:cNvGrpSpPr/>
          <p:nvPr/>
        </p:nvGrpSpPr>
        <p:grpSpPr>
          <a:xfrm>
            <a:off x="203200" y="0"/>
            <a:ext cx="3778250" cy="6858001"/>
            <a:chOff x="203200" y="0"/>
            <a:chExt cx="3778250" cy="6858001"/>
          </a:xfrm>
        </p:grpSpPr>
        <p:sp>
          <p:nvSpPr>
            <p:cNvPr id="20" name="Google Shape;20;p14"/>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1" name="Google Shape;21;p14"/>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2" name="Google Shape;22;p14"/>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3" name="Google Shape;23;p14"/>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0B5982"/>
            </a:solidFill>
            <a:ln>
              <a:noFill/>
            </a:ln>
          </p:spPr>
        </p:sp>
        <p:sp>
          <p:nvSpPr>
            <p:cNvPr id="24" name="Google Shape;24;p14"/>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1186C3"/>
            </a:solidFill>
            <a:ln>
              <a:noFill/>
            </a:ln>
          </p:spPr>
        </p:sp>
        <p:sp>
          <p:nvSpPr>
            <p:cNvPr id="25" name="Google Shape;25;p14"/>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26" name="Google Shape;26;p14"/>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5400"/>
              <a:buFont typeface="Corbel"/>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4"/>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spcBef>
                <a:spcPts val="360"/>
              </a:spcBef>
              <a:spcAft>
                <a:spcPts val="0"/>
              </a:spcAft>
              <a:buSzPts val="2610"/>
              <a:buNone/>
              <a:defRPr sz="18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p:txBody>
      </p:sp>
      <p:sp>
        <p:nvSpPr>
          <p:cNvPr id="28" name="Google Shape;28;p14"/>
          <p:cNvSpPr txBox="1"/>
          <p:nvPr>
            <p:ph idx="10" type="dt"/>
          </p:nvPr>
        </p:nvSpPr>
        <p:spPr>
          <a:xfrm>
            <a:off x="7325773" y="6117336"/>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4"/>
          <p:cNvSpPr txBox="1"/>
          <p:nvPr>
            <p:ph idx="11" type="ftr"/>
          </p:nvPr>
        </p:nvSpPr>
        <p:spPr>
          <a:xfrm>
            <a:off x="3623733" y="6117336"/>
            <a:ext cx="36094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2" type="sldNum"/>
          </p:nvPr>
        </p:nvSpPr>
        <p:spPr>
          <a:xfrm>
            <a:off x="8275320" y="6117336"/>
            <a:ext cx="41148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31" name="Google Shape;31;p14"/>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2" name="Google Shape;32;p14"/>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15"/>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 type="body"/>
          </p:nvPr>
        </p:nvSpPr>
        <p:spPr>
          <a:xfrm>
            <a:off x="982133" y="2667000"/>
            <a:ext cx="7704667" cy="3332816"/>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5" lvl="7" marL="3657600" algn="l">
              <a:spcBef>
                <a:spcPts val="600"/>
              </a:spcBef>
              <a:spcAft>
                <a:spcPts val="0"/>
              </a:spcAft>
              <a:buSzPts val="2610"/>
              <a:buChar char="•"/>
              <a:defRPr/>
            </a:lvl8pPr>
            <a:lvl9pPr indent="-394335" lvl="8" marL="4114800" algn="l">
              <a:spcBef>
                <a:spcPts val="600"/>
              </a:spcBef>
              <a:spcAft>
                <a:spcPts val="600"/>
              </a:spcAft>
              <a:buSzPts val="2610"/>
              <a:buChar char="•"/>
              <a:defRPr/>
            </a:lvl9pPr>
          </a:lstStyle>
          <a:p/>
        </p:txBody>
      </p:sp>
      <p:sp>
        <p:nvSpPr>
          <p:cNvPr id="36" name="Google Shape;36;p15"/>
          <p:cNvSpPr txBox="1"/>
          <p:nvPr>
            <p:ph idx="10" type="dt"/>
          </p:nvPr>
        </p:nvSpPr>
        <p:spPr>
          <a:xfrm>
            <a:off x="7344329" y="6108173"/>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5"/>
          <p:cNvSpPr txBox="1"/>
          <p:nvPr>
            <p:ph idx="11" type="ftr"/>
          </p:nvPr>
        </p:nvSpPr>
        <p:spPr>
          <a:xfrm>
            <a:off x="1972647" y="6108173"/>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16"/>
          <p:cNvSpPr txBox="1"/>
          <p:nvPr>
            <p:ph type="title"/>
          </p:nvPr>
        </p:nvSpPr>
        <p:spPr>
          <a:xfrm>
            <a:off x="1986995" y="2666998"/>
            <a:ext cx="6699805" cy="2360071"/>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000"/>
              <a:buFont typeface="Corbe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6"/>
          <p:cNvSpPr txBox="1"/>
          <p:nvPr>
            <p:ph idx="1" type="body"/>
          </p:nvPr>
        </p:nvSpPr>
        <p:spPr>
          <a:xfrm>
            <a:off x="1986998" y="5027070"/>
            <a:ext cx="6699802"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42" name="Google Shape;42;p16"/>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7"/>
          <p:cNvSpPr txBox="1"/>
          <p:nvPr>
            <p:ph type="title"/>
          </p:nvPr>
        </p:nvSpPr>
        <p:spPr>
          <a:xfrm>
            <a:off x="982133" y="685801"/>
            <a:ext cx="7704667" cy="17525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 type="body"/>
          </p:nvPr>
        </p:nvSpPr>
        <p:spPr>
          <a:xfrm>
            <a:off x="982133" y="2667000"/>
            <a:ext cx="3739896" cy="336867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20"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90" lvl="3" marL="1828800" algn="l">
              <a:spcBef>
                <a:spcPts val="600"/>
              </a:spcBef>
              <a:spcAft>
                <a:spcPts val="0"/>
              </a:spcAft>
              <a:buSzPts val="1740"/>
              <a:buChar char="•"/>
              <a:defRPr sz="1200"/>
            </a:lvl4pPr>
            <a:lvl5pPr indent="-339090" lvl="4" marL="2286000" algn="l">
              <a:spcBef>
                <a:spcPts val="600"/>
              </a:spcBef>
              <a:spcAft>
                <a:spcPts val="0"/>
              </a:spcAft>
              <a:buSzPts val="1740"/>
              <a:buChar char="•"/>
              <a:defRPr sz="1200"/>
            </a:lvl5pPr>
            <a:lvl6pPr indent="-339090" lvl="5" marL="2743200" algn="l">
              <a:spcBef>
                <a:spcPts val="600"/>
              </a:spcBef>
              <a:spcAft>
                <a:spcPts val="0"/>
              </a:spcAft>
              <a:buSzPts val="1740"/>
              <a:buChar char="•"/>
              <a:defRPr sz="1200"/>
            </a:lvl6pPr>
            <a:lvl7pPr indent="-339090"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48" name="Google Shape;48;p17"/>
          <p:cNvSpPr txBox="1"/>
          <p:nvPr>
            <p:ph idx="2" type="body"/>
          </p:nvPr>
        </p:nvSpPr>
        <p:spPr>
          <a:xfrm>
            <a:off x="4946904" y="2667000"/>
            <a:ext cx="3739896" cy="3346824"/>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20"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90" lvl="3" marL="1828800" algn="l">
              <a:spcBef>
                <a:spcPts val="600"/>
              </a:spcBef>
              <a:spcAft>
                <a:spcPts val="0"/>
              </a:spcAft>
              <a:buSzPts val="1740"/>
              <a:buChar char="•"/>
              <a:defRPr sz="1200"/>
            </a:lvl4pPr>
            <a:lvl5pPr indent="-339090" lvl="4" marL="2286000" algn="l">
              <a:spcBef>
                <a:spcPts val="600"/>
              </a:spcBef>
              <a:spcAft>
                <a:spcPts val="0"/>
              </a:spcAft>
              <a:buSzPts val="1740"/>
              <a:buChar char="•"/>
              <a:defRPr sz="1200"/>
            </a:lvl5pPr>
            <a:lvl6pPr indent="-339090" lvl="5" marL="2743200" algn="l">
              <a:spcBef>
                <a:spcPts val="600"/>
              </a:spcBef>
              <a:spcAft>
                <a:spcPts val="0"/>
              </a:spcAft>
              <a:buSzPts val="1740"/>
              <a:buChar char="•"/>
              <a:defRPr sz="1200"/>
            </a:lvl6pPr>
            <a:lvl7pPr indent="-339090"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49" name="Google Shape;49;p17"/>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7"/>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18"/>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 type="body"/>
          </p:nvPr>
        </p:nvSpPr>
        <p:spPr>
          <a:xfrm>
            <a:off x="1329481" y="2658533"/>
            <a:ext cx="3456291"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1186C3"/>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55" name="Google Shape;55;p18"/>
          <p:cNvSpPr txBox="1"/>
          <p:nvPr>
            <p:ph idx="2" type="body"/>
          </p:nvPr>
        </p:nvSpPr>
        <p:spPr>
          <a:xfrm>
            <a:off x="1113523"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20"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90" lvl="3" marL="1828800" algn="l">
              <a:spcBef>
                <a:spcPts val="600"/>
              </a:spcBef>
              <a:spcAft>
                <a:spcPts val="0"/>
              </a:spcAft>
              <a:buSzPts val="1740"/>
              <a:buChar char="•"/>
              <a:defRPr sz="1200"/>
            </a:lvl4pPr>
            <a:lvl5pPr indent="-339090" lvl="4" marL="2286000" algn="l">
              <a:spcBef>
                <a:spcPts val="600"/>
              </a:spcBef>
              <a:spcAft>
                <a:spcPts val="0"/>
              </a:spcAft>
              <a:buSzPts val="1740"/>
              <a:buChar char="•"/>
              <a:defRPr sz="1200"/>
            </a:lvl5pPr>
            <a:lvl6pPr indent="-339090" lvl="5" marL="2743200" algn="l">
              <a:spcBef>
                <a:spcPts val="600"/>
              </a:spcBef>
              <a:spcAft>
                <a:spcPts val="0"/>
              </a:spcAft>
              <a:buSzPts val="1740"/>
              <a:buChar char="•"/>
              <a:defRPr sz="1200"/>
            </a:lvl6pPr>
            <a:lvl7pPr indent="-339090"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56" name="Google Shape;56;p18"/>
          <p:cNvSpPr txBox="1"/>
          <p:nvPr>
            <p:ph idx="3" type="body"/>
          </p:nvPr>
        </p:nvSpPr>
        <p:spPr>
          <a:xfrm>
            <a:off x="5161710" y="2667000"/>
            <a:ext cx="3467806" cy="576262"/>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1186C3"/>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57" name="Google Shape;57;p18"/>
          <p:cNvSpPr txBox="1"/>
          <p:nvPr>
            <p:ph idx="4" type="body"/>
          </p:nvPr>
        </p:nvSpPr>
        <p:spPr>
          <a:xfrm>
            <a:off x="4957266"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20"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90" lvl="3" marL="1828800" algn="l">
              <a:spcBef>
                <a:spcPts val="600"/>
              </a:spcBef>
              <a:spcAft>
                <a:spcPts val="0"/>
              </a:spcAft>
              <a:buSzPts val="1740"/>
              <a:buChar char="•"/>
              <a:defRPr sz="1200"/>
            </a:lvl4pPr>
            <a:lvl5pPr indent="-339090" lvl="4" marL="2286000" algn="l">
              <a:spcBef>
                <a:spcPts val="600"/>
              </a:spcBef>
              <a:spcAft>
                <a:spcPts val="0"/>
              </a:spcAft>
              <a:buSzPts val="1740"/>
              <a:buChar char="•"/>
              <a:defRPr sz="1200"/>
            </a:lvl5pPr>
            <a:lvl6pPr indent="-339090" lvl="5" marL="2743200" algn="l">
              <a:spcBef>
                <a:spcPts val="600"/>
              </a:spcBef>
              <a:spcAft>
                <a:spcPts val="0"/>
              </a:spcAft>
              <a:buSzPts val="1740"/>
              <a:buChar char="•"/>
              <a:defRPr sz="1200"/>
            </a:lvl6pPr>
            <a:lvl7pPr indent="-339090"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58" name="Google Shape;58;p18"/>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19"/>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9"/>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20"/>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0"/>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1"/>
          <p:cNvSpPr txBox="1"/>
          <p:nvPr>
            <p:ph type="title"/>
          </p:nvPr>
        </p:nvSpPr>
        <p:spPr>
          <a:xfrm>
            <a:off x="1113524" y="1600200"/>
            <a:ext cx="2662534"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 type="body"/>
          </p:nvPr>
        </p:nvSpPr>
        <p:spPr>
          <a:xfrm>
            <a:off x="3947553" y="685800"/>
            <a:ext cx="4681962" cy="5105401"/>
          </a:xfrm>
          <a:prstGeom prst="rect">
            <a:avLst/>
          </a:prstGeom>
          <a:noFill/>
          <a:ln>
            <a:noFill/>
          </a:ln>
        </p:spPr>
        <p:txBody>
          <a:bodyPr anchorCtr="0" anchor="ctr" bIns="45700" lIns="91425" spcFirstLastPara="1" rIns="91425" wrap="square" tIns="45700">
            <a:normAutofit/>
          </a:bodyPr>
          <a:lstStyle>
            <a:lvl1pPr indent="-412750" lvl="0" marL="457200" algn="l">
              <a:spcBef>
                <a:spcPts val="400"/>
              </a:spcBef>
              <a:spcAft>
                <a:spcPts val="0"/>
              </a:spcAft>
              <a:buSzPts val="2900"/>
              <a:buChar char="•"/>
              <a:defRPr sz="2000"/>
            </a:lvl1pPr>
            <a:lvl2pPr indent="-394335" lvl="1" marL="914400" algn="l">
              <a:spcBef>
                <a:spcPts val="600"/>
              </a:spcBef>
              <a:spcAft>
                <a:spcPts val="0"/>
              </a:spcAft>
              <a:buSzPts val="2610"/>
              <a:buChar char="•"/>
              <a:defRPr sz="1800"/>
            </a:lvl2pPr>
            <a:lvl3pPr indent="-375920" lvl="2" marL="1371600" algn="l">
              <a:spcBef>
                <a:spcPts val="600"/>
              </a:spcBef>
              <a:spcAft>
                <a:spcPts val="0"/>
              </a:spcAft>
              <a:buSzPts val="2320"/>
              <a:buChar char="•"/>
              <a:defRPr sz="1600"/>
            </a:lvl3pPr>
            <a:lvl4pPr indent="-357505" lvl="3" marL="1828800" algn="l">
              <a:spcBef>
                <a:spcPts val="600"/>
              </a:spcBef>
              <a:spcAft>
                <a:spcPts val="0"/>
              </a:spcAft>
              <a:buSzPts val="2030"/>
              <a:buChar char="•"/>
              <a:defRPr sz="1400"/>
            </a:lvl4pPr>
            <a:lvl5pPr indent="-357505" lvl="4" marL="2286000" algn="l">
              <a:spcBef>
                <a:spcPts val="600"/>
              </a:spcBef>
              <a:spcAft>
                <a:spcPts val="0"/>
              </a:spcAft>
              <a:buSzPts val="2030"/>
              <a:buChar char="•"/>
              <a:defRPr sz="1400"/>
            </a:lvl5pPr>
            <a:lvl6pPr indent="-357505" lvl="5" marL="2743200" algn="l">
              <a:spcBef>
                <a:spcPts val="600"/>
              </a:spcBef>
              <a:spcAft>
                <a:spcPts val="0"/>
              </a:spcAft>
              <a:buSzPts val="2030"/>
              <a:buChar char="•"/>
              <a:defRPr sz="1400"/>
            </a:lvl6pPr>
            <a:lvl7pPr indent="-357505" lvl="6" marL="3200400" algn="l">
              <a:spcBef>
                <a:spcPts val="600"/>
              </a:spcBef>
              <a:spcAft>
                <a:spcPts val="0"/>
              </a:spcAft>
              <a:buSzPts val="2030"/>
              <a:buChar char="•"/>
              <a:defRPr sz="1400"/>
            </a:lvl7pPr>
            <a:lvl8pPr indent="-357505" lvl="7" marL="3657600" algn="l">
              <a:spcBef>
                <a:spcPts val="600"/>
              </a:spcBef>
              <a:spcAft>
                <a:spcPts val="0"/>
              </a:spcAft>
              <a:buSzPts val="2030"/>
              <a:buChar char="•"/>
              <a:defRPr sz="1400"/>
            </a:lvl8pPr>
            <a:lvl9pPr indent="-357505" lvl="8" marL="4114800" algn="l">
              <a:spcBef>
                <a:spcPts val="600"/>
              </a:spcBef>
              <a:spcAft>
                <a:spcPts val="600"/>
              </a:spcAft>
              <a:buSzPts val="2030"/>
              <a:buChar char="•"/>
              <a:defRPr sz="1400"/>
            </a:lvl9pPr>
          </a:lstStyle>
          <a:p/>
        </p:txBody>
      </p:sp>
      <p:sp>
        <p:nvSpPr>
          <p:cNvPr id="73" name="Google Shape;73;p21"/>
          <p:cNvSpPr txBox="1"/>
          <p:nvPr>
            <p:ph idx="2" type="body"/>
          </p:nvPr>
        </p:nvSpPr>
        <p:spPr>
          <a:xfrm>
            <a:off x="1113524" y="2971800"/>
            <a:ext cx="2662534"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2320"/>
              <a:buNone/>
              <a:defRPr sz="16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74" name="Google Shape;74;p21"/>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22"/>
          <p:cNvSpPr txBox="1"/>
          <p:nvPr>
            <p:ph type="title"/>
          </p:nvPr>
        </p:nvSpPr>
        <p:spPr>
          <a:xfrm>
            <a:off x="1112332" y="1752599"/>
            <a:ext cx="4070679"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800"/>
              <a:buFont typeface="Corbel"/>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p:nvPr>
            <p:ph idx="2" type="pic"/>
          </p:nvPr>
        </p:nvSpPr>
        <p:spPr>
          <a:xfrm>
            <a:off x="5697495" y="914400"/>
            <a:ext cx="2461371"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0" name="Google Shape;80;p22"/>
          <p:cNvSpPr txBox="1"/>
          <p:nvPr>
            <p:ph idx="1" type="body"/>
          </p:nvPr>
        </p:nvSpPr>
        <p:spPr>
          <a:xfrm>
            <a:off x="1112332" y="3124199"/>
            <a:ext cx="4070679"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60"/>
              </a:spcBef>
              <a:spcAft>
                <a:spcPts val="0"/>
              </a:spcAft>
              <a:buSzPts val="2610"/>
              <a:buNone/>
              <a:defRPr sz="18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1" name="Google Shape;81;p22"/>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4" name="Shape 84"/>
        <p:cNvGrpSpPr/>
        <p:nvPr/>
      </p:nvGrpSpPr>
      <p:grpSpPr>
        <a:xfrm>
          <a:off x="0" y="0"/>
          <a:ext cx="0" cy="0"/>
          <a:chOff x="0" y="0"/>
          <a:chExt cx="0" cy="0"/>
        </a:xfrm>
      </p:grpSpPr>
      <p:sp>
        <p:nvSpPr>
          <p:cNvPr id="85" name="Google Shape;85;p23"/>
          <p:cNvSpPr txBox="1"/>
          <p:nvPr>
            <p:ph type="title"/>
          </p:nvPr>
        </p:nvSpPr>
        <p:spPr>
          <a:xfrm>
            <a:off x="1113523" y="4732865"/>
            <a:ext cx="7515991" cy="56673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p:nvPr>
            <p:ph idx="2" type="pic"/>
          </p:nvPr>
        </p:nvSpPr>
        <p:spPr>
          <a:xfrm>
            <a:off x="1789975" y="932112"/>
            <a:ext cx="6171065"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87" name="Google Shape;87;p23"/>
          <p:cNvSpPr txBox="1"/>
          <p:nvPr>
            <p:ph idx="1" type="body"/>
          </p:nvPr>
        </p:nvSpPr>
        <p:spPr>
          <a:xfrm>
            <a:off x="1113523" y="5299603"/>
            <a:ext cx="7515991" cy="493712"/>
          </a:xfrm>
          <a:prstGeom prst="rect">
            <a:avLst/>
          </a:prstGeom>
          <a:noFill/>
          <a:ln>
            <a:noFill/>
          </a:ln>
        </p:spPr>
        <p:txBody>
          <a:bodyPr anchorCtr="0" anchor="ctr" bIns="45700" lIns="91425" spcFirstLastPara="1" rIns="91425" wrap="square" tIns="45700">
            <a:normAutofit/>
          </a:bodyPr>
          <a:lstStyle>
            <a:lvl1pPr indent="-228600" lvl="0" marL="457200" algn="ctr">
              <a:spcBef>
                <a:spcPts val="280"/>
              </a:spcBef>
              <a:spcAft>
                <a:spcPts val="0"/>
              </a:spcAft>
              <a:buSzPts val="2030"/>
              <a:buNone/>
              <a:defRPr sz="14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88" name="Google Shape;88;p23"/>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3"/>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1" name="Shape 91"/>
        <p:cNvGrpSpPr/>
        <p:nvPr/>
      </p:nvGrpSpPr>
      <p:grpSpPr>
        <a:xfrm>
          <a:off x="0" y="0"/>
          <a:ext cx="0" cy="0"/>
          <a:chOff x="0" y="0"/>
          <a:chExt cx="0" cy="0"/>
        </a:xfrm>
      </p:grpSpPr>
      <p:sp>
        <p:nvSpPr>
          <p:cNvPr id="92" name="Google Shape;92;p24"/>
          <p:cNvSpPr txBox="1"/>
          <p:nvPr>
            <p:ph type="title"/>
          </p:nvPr>
        </p:nvSpPr>
        <p:spPr>
          <a:xfrm>
            <a:off x="1113524" y="685800"/>
            <a:ext cx="7515991" cy="3048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4"/>
          <p:cNvSpPr txBox="1"/>
          <p:nvPr>
            <p:ph idx="1" type="body"/>
          </p:nvPr>
        </p:nvSpPr>
        <p:spPr>
          <a:xfrm>
            <a:off x="1113524" y="4343400"/>
            <a:ext cx="7515992"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94" name="Google Shape;94;p24"/>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4"/>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4"/>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7" name="Shape 97"/>
        <p:cNvGrpSpPr/>
        <p:nvPr/>
      </p:nvGrpSpPr>
      <p:grpSpPr>
        <a:xfrm>
          <a:off x="0" y="0"/>
          <a:ext cx="0" cy="0"/>
          <a:chOff x="0" y="0"/>
          <a:chExt cx="0" cy="0"/>
        </a:xfrm>
      </p:grpSpPr>
      <p:sp>
        <p:nvSpPr>
          <p:cNvPr id="98" name="Google Shape;98;p25"/>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IN" sz="8000" cap="none">
                <a:solidFill>
                  <a:schemeClr val="dk1"/>
                </a:solidFill>
                <a:latin typeface="Corbel"/>
                <a:ea typeface="Corbel"/>
                <a:cs typeface="Corbel"/>
                <a:sym typeface="Corbel"/>
              </a:rPr>
              <a:t>“</a:t>
            </a:r>
            <a:endParaRPr/>
          </a:p>
        </p:txBody>
      </p:sp>
      <p:sp>
        <p:nvSpPr>
          <p:cNvPr id="99" name="Google Shape;99;p25"/>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IN" sz="8000" cap="none">
                <a:solidFill>
                  <a:schemeClr val="dk1"/>
                </a:solidFill>
                <a:latin typeface="Corbel"/>
                <a:ea typeface="Corbel"/>
                <a:cs typeface="Corbel"/>
                <a:sym typeface="Corbel"/>
              </a:rPr>
              <a:t>”</a:t>
            </a:r>
            <a:endParaRPr/>
          </a:p>
        </p:txBody>
      </p:sp>
      <p:sp>
        <p:nvSpPr>
          <p:cNvPr id="100" name="Google Shape;100;p25"/>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5"/>
          <p:cNvSpPr txBox="1"/>
          <p:nvPr>
            <p:ph idx="1" type="body"/>
          </p:nvPr>
        </p:nvSpPr>
        <p:spPr>
          <a:xfrm>
            <a:off x="1598235" y="3428999"/>
            <a:ext cx="6631128"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2610"/>
              <a:buFont typeface="Corbel"/>
              <a:buNone/>
              <a:defRPr sz="1800"/>
            </a:lvl1pPr>
            <a:lvl2pPr indent="-228600" lvl="1" marL="914400" algn="l">
              <a:spcBef>
                <a:spcPts val="600"/>
              </a:spcBef>
              <a:spcAft>
                <a:spcPts val="0"/>
              </a:spcAft>
              <a:buSzPts val="2900"/>
              <a:buFont typeface="Corbel"/>
              <a:buNone/>
              <a:defRPr/>
            </a:lvl2pPr>
            <a:lvl3pPr indent="-228600" lvl="2" marL="1371600" algn="l">
              <a:spcBef>
                <a:spcPts val="600"/>
              </a:spcBef>
              <a:spcAft>
                <a:spcPts val="0"/>
              </a:spcAft>
              <a:buSzPts val="2610"/>
              <a:buFont typeface="Corbel"/>
              <a:buNone/>
              <a:defRPr/>
            </a:lvl3pPr>
            <a:lvl4pPr indent="-228600" lvl="3" marL="1828800" algn="l">
              <a:spcBef>
                <a:spcPts val="600"/>
              </a:spcBef>
              <a:spcAft>
                <a:spcPts val="0"/>
              </a:spcAft>
              <a:buSzPts val="2320"/>
              <a:buFont typeface="Corbel"/>
              <a:buNone/>
              <a:defRPr/>
            </a:lvl4pPr>
            <a:lvl5pPr indent="-228600" lvl="4" marL="2286000" algn="l">
              <a:spcBef>
                <a:spcPts val="600"/>
              </a:spcBef>
              <a:spcAft>
                <a:spcPts val="0"/>
              </a:spcAft>
              <a:buSzPts val="2030"/>
              <a:buFont typeface="Corbel"/>
              <a:buNone/>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5" lvl="7" marL="3657600" algn="l">
              <a:spcBef>
                <a:spcPts val="600"/>
              </a:spcBef>
              <a:spcAft>
                <a:spcPts val="0"/>
              </a:spcAft>
              <a:buSzPts val="2610"/>
              <a:buChar char="•"/>
              <a:defRPr/>
            </a:lvl8pPr>
            <a:lvl9pPr indent="-394335" lvl="8" marL="4114800" algn="l">
              <a:spcBef>
                <a:spcPts val="600"/>
              </a:spcBef>
              <a:spcAft>
                <a:spcPts val="600"/>
              </a:spcAft>
              <a:buSzPts val="2610"/>
              <a:buChar char="•"/>
              <a:defRPr/>
            </a:lvl9pPr>
          </a:lstStyle>
          <a:p/>
        </p:txBody>
      </p:sp>
      <p:sp>
        <p:nvSpPr>
          <p:cNvPr id="102" name="Google Shape;102;p25"/>
          <p:cNvSpPr txBox="1"/>
          <p:nvPr>
            <p:ph idx="2" type="body"/>
          </p:nvPr>
        </p:nvSpPr>
        <p:spPr>
          <a:xfrm>
            <a:off x="1113523" y="4343400"/>
            <a:ext cx="7515991"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3" name="Google Shape;103;p25"/>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5"/>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5"/>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6" name="Shape 106"/>
        <p:cNvGrpSpPr/>
        <p:nvPr/>
      </p:nvGrpSpPr>
      <p:grpSpPr>
        <a:xfrm>
          <a:off x="0" y="0"/>
          <a:ext cx="0" cy="0"/>
          <a:chOff x="0" y="0"/>
          <a:chExt cx="0" cy="0"/>
        </a:xfrm>
      </p:grpSpPr>
      <p:sp>
        <p:nvSpPr>
          <p:cNvPr id="107" name="Google Shape;107;p26"/>
          <p:cNvSpPr txBox="1"/>
          <p:nvPr>
            <p:ph type="title"/>
          </p:nvPr>
        </p:nvSpPr>
        <p:spPr>
          <a:xfrm>
            <a:off x="1113525" y="3308581"/>
            <a:ext cx="7515989" cy="146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6"/>
          <p:cNvSpPr txBox="1"/>
          <p:nvPr>
            <p:ph idx="1" type="body"/>
          </p:nvPr>
        </p:nvSpPr>
        <p:spPr>
          <a:xfrm>
            <a:off x="1113524" y="4777381"/>
            <a:ext cx="751599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09" name="Google Shape;109;p26"/>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6"/>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6"/>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2" name="Shape 112"/>
        <p:cNvGrpSpPr/>
        <p:nvPr/>
      </p:nvGrpSpPr>
      <p:grpSpPr>
        <a:xfrm>
          <a:off x="0" y="0"/>
          <a:ext cx="0" cy="0"/>
          <a:chOff x="0" y="0"/>
          <a:chExt cx="0" cy="0"/>
        </a:xfrm>
      </p:grpSpPr>
      <p:sp>
        <p:nvSpPr>
          <p:cNvPr id="113" name="Google Shape;113;p27"/>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IN" sz="8000" cap="none">
                <a:solidFill>
                  <a:schemeClr val="dk1"/>
                </a:solidFill>
                <a:latin typeface="Corbel"/>
                <a:ea typeface="Corbel"/>
                <a:cs typeface="Corbel"/>
                <a:sym typeface="Corbel"/>
              </a:rPr>
              <a:t>“</a:t>
            </a:r>
            <a:endParaRPr/>
          </a:p>
        </p:txBody>
      </p:sp>
      <p:sp>
        <p:nvSpPr>
          <p:cNvPr id="114" name="Google Shape;114;p27"/>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IN" sz="8000" cap="none">
                <a:solidFill>
                  <a:schemeClr val="dk1"/>
                </a:solidFill>
                <a:latin typeface="Corbel"/>
                <a:ea typeface="Corbel"/>
                <a:cs typeface="Corbel"/>
                <a:sym typeface="Corbel"/>
              </a:rPr>
              <a:t>”</a:t>
            </a:r>
            <a:endParaRPr/>
          </a:p>
        </p:txBody>
      </p:sp>
      <p:sp>
        <p:nvSpPr>
          <p:cNvPr id="115" name="Google Shape;115;p27"/>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7"/>
          <p:cNvSpPr txBox="1"/>
          <p:nvPr>
            <p:ph idx="1" type="body"/>
          </p:nvPr>
        </p:nvSpPr>
        <p:spPr>
          <a:xfrm>
            <a:off x="1113525" y="3886200"/>
            <a:ext cx="7515990" cy="889000"/>
          </a:xfrm>
          <a:prstGeom prst="rect">
            <a:avLst/>
          </a:prstGeom>
          <a:noFill/>
          <a:ln>
            <a:noFill/>
          </a:ln>
        </p:spPr>
        <p:txBody>
          <a:bodyPr anchorCtr="0" anchor="b" bIns="45700" lIns="91425" spcFirstLastPara="1" rIns="91425" wrap="square" tIns="45700">
            <a:normAutofit/>
          </a:bodyPr>
          <a:lstStyle>
            <a:lvl1pPr indent="-228600" lvl="0" marL="457200" algn="r">
              <a:spcBef>
                <a:spcPts val="480"/>
              </a:spcBef>
              <a:spcAft>
                <a:spcPts val="0"/>
              </a:spcAft>
              <a:buSzPts val="3480"/>
              <a:buNone/>
              <a:defRPr b="0" sz="24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5" lvl="7" marL="3657600" algn="l">
              <a:spcBef>
                <a:spcPts val="600"/>
              </a:spcBef>
              <a:spcAft>
                <a:spcPts val="0"/>
              </a:spcAft>
              <a:buSzPts val="2610"/>
              <a:buChar char="•"/>
              <a:defRPr/>
            </a:lvl8pPr>
            <a:lvl9pPr indent="-394335" lvl="8" marL="4114800" algn="l">
              <a:spcBef>
                <a:spcPts val="600"/>
              </a:spcBef>
              <a:spcAft>
                <a:spcPts val="600"/>
              </a:spcAft>
              <a:buSzPts val="2610"/>
              <a:buChar char="•"/>
              <a:defRPr/>
            </a:lvl9pPr>
          </a:lstStyle>
          <a:p/>
        </p:txBody>
      </p:sp>
      <p:sp>
        <p:nvSpPr>
          <p:cNvPr id="117" name="Google Shape;117;p27"/>
          <p:cNvSpPr txBox="1"/>
          <p:nvPr>
            <p:ph idx="2" type="body"/>
          </p:nvPr>
        </p:nvSpPr>
        <p:spPr>
          <a:xfrm>
            <a:off x="1113524" y="4775200"/>
            <a:ext cx="7515990" cy="10160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18" name="Google Shape;118;p27"/>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7"/>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7"/>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1" name="Shape 121"/>
        <p:cNvGrpSpPr/>
        <p:nvPr/>
      </p:nvGrpSpPr>
      <p:grpSpPr>
        <a:xfrm>
          <a:off x="0" y="0"/>
          <a:ext cx="0" cy="0"/>
          <a:chOff x="0" y="0"/>
          <a:chExt cx="0" cy="0"/>
        </a:xfrm>
      </p:grpSpPr>
      <p:sp>
        <p:nvSpPr>
          <p:cNvPr id="122" name="Google Shape;122;p28"/>
          <p:cNvSpPr txBox="1"/>
          <p:nvPr>
            <p:ph type="title"/>
          </p:nvPr>
        </p:nvSpPr>
        <p:spPr>
          <a:xfrm>
            <a:off x="1113525" y="685801"/>
            <a:ext cx="7515991" cy="27273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8"/>
          <p:cNvSpPr txBox="1"/>
          <p:nvPr>
            <p:ph idx="1" type="body"/>
          </p:nvPr>
        </p:nvSpPr>
        <p:spPr>
          <a:xfrm>
            <a:off x="1113524" y="3505200"/>
            <a:ext cx="7515992"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560"/>
              </a:spcBef>
              <a:spcAft>
                <a:spcPts val="0"/>
              </a:spcAft>
              <a:buSzPts val="4060"/>
              <a:buNone/>
              <a:defRPr b="0" sz="28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5" lvl="7" marL="3657600" algn="l">
              <a:spcBef>
                <a:spcPts val="600"/>
              </a:spcBef>
              <a:spcAft>
                <a:spcPts val="0"/>
              </a:spcAft>
              <a:buSzPts val="2610"/>
              <a:buChar char="•"/>
              <a:defRPr/>
            </a:lvl8pPr>
            <a:lvl9pPr indent="-394335" lvl="8" marL="4114800" algn="l">
              <a:spcBef>
                <a:spcPts val="600"/>
              </a:spcBef>
              <a:spcAft>
                <a:spcPts val="600"/>
              </a:spcAft>
              <a:buSzPts val="2610"/>
              <a:buChar char="•"/>
              <a:defRPr/>
            </a:lvl9pPr>
          </a:lstStyle>
          <a:p/>
        </p:txBody>
      </p:sp>
      <p:sp>
        <p:nvSpPr>
          <p:cNvPr id="124" name="Google Shape;124;p28"/>
          <p:cNvSpPr txBox="1"/>
          <p:nvPr>
            <p:ph idx="2" type="body"/>
          </p:nvPr>
        </p:nvSpPr>
        <p:spPr>
          <a:xfrm>
            <a:off x="1113524" y="4343400"/>
            <a:ext cx="7515992"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25" name="Google Shape;125;p28"/>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8"/>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8"/>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29"/>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9"/>
          <p:cNvSpPr txBox="1"/>
          <p:nvPr>
            <p:ph idx="1" type="body"/>
          </p:nvPr>
        </p:nvSpPr>
        <p:spPr>
          <a:xfrm rot="5400000">
            <a:off x="3155970" y="493164"/>
            <a:ext cx="3356995" cy="7704666"/>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5" lvl="7" marL="3657600" algn="l">
              <a:spcBef>
                <a:spcPts val="600"/>
              </a:spcBef>
              <a:spcAft>
                <a:spcPts val="0"/>
              </a:spcAft>
              <a:buSzPts val="2610"/>
              <a:buChar char="•"/>
              <a:defRPr/>
            </a:lvl8pPr>
            <a:lvl9pPr indent="-394335" lvl="8" marL="4114800" algn="l">
              <a:spcBef>
                <a:spcPts val="600"/>
              </a:spcBef>
              <a:spcAft>
                <a:spcPts val="600"/>
              </a:spcAft>
              <a:buSzPts val="2610"/>
              <a:buChar char="•"/>
              <a:defRPr/>
            </a:lvl9pPr>
          </a:lstStyle>
          <a:p/>
        </p:txBody>
      </p:sp>
      <p:sp>
        <p:nvSpPr>
          <p:cNvPr id="131" name="Google Shape;131;p29"/>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9"/>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9"/>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4" name="Shape 134"/>
        <p:cNvGrpSpPr/>
        <p:nvPr/>
      </p:nvGrpSpPr>
      <p:grpSpPr>
        <a:xfrm>
          <a:off x="0" y="0"/>
          <a:ext cx="0" cy="0"/>
          <a:chOff x="0" y="0"/>
          <a:chExt cx="0" cy="0"/>
        </a:xfrm>
      </p:grpSpPr>
      <p:sp>
        <p:nvSpPr>
          <p:cNvPr id="135" name="Google Shape;135;p30"/>
          <p:cNvSpPr txBox="1"/>
          <p:nvPr>
            <p:ph type="title"/>
          </p:nvPr>
        </p:nvSpPr>
        <p:spPr>
          <a:xfrm rot="5400000">
            <a:off x="5412754" y="2574439"/>
            <a:ext cx="5105400" cy="1328123"/>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0"/>
          <p:cNvSpPr txBox="1"/>
          <p:nvPr>
            <p:ph idx="1" type="body"/>
          </p:nvPr>
        </p:nvSpPr>
        <p:spPr>
          <a:xfrm rot="5400000">
            <a:off x="1569011" y="230314"/>
            <a:ext cx="5105400" cy="601637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5" lvl="7" marL="3657600" algn="l">
              <a:spcBef>
                <a:spcPts val="600"/>
              </a:spcBef>
              <a:spcAft>
                <a:spcPts val="0"/>
              </a:spcAft>
              <a:buSzPts val="2610"/>
              <a:buChar char="•"/>
              <a:defRPr/>
            </a:lvl8pPr>
            <a:lvl9pPr indent="-394335" lvl="8" marL="4114800" algn="l">
              <a:spcBef>
                <a:spcPts val="600"/>
              </a:spcBef>
              <a:spcAft>
                <a:spcPts val="600"/>
              </a:spcAft>
              <a:buSzPts val="2610"/>
              <a:buChar char="•"/>
              <a:defRPr/>
            </a:lvl9pPr>
          </a:lstStyle>
          <a:p/>
        </p:txBody>
      </p:sp>
      <p:sp>
        <p:nvSpPr>
          <p:cNvPr id="137" name="Google Shape;137;p30"/>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0"/>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0"/>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13"/>
          <p:cNvGrpSpPr/>
          <p:nvPr/>
        </p:nvGrpSpPr>
        <p:grpSpPr>
          <a:xfrm>
            <a:off x="0" y="0"/>
            <a:ext cx="2132013" cy="6858001"/>
            <a:chOff x="0" y="0"/>
            <a:chExt cx="2132013" cy="6858001"/>
          </a:xfrm>
        </p:grpSpPr>
        <p:sp>
          <p:nvSpPr>
            <p:cNvPr id="7" name="Google Shape;7;p13"/>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8" name="Google Shape;8;p13"/>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9" name="Google Shape;9;p13"/>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0" name="Google Shape;10;p13"/>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0B5982"/>
            </a:solidFill>
            <a:ln>
              <a:noFill/>
            </a:ln>
          </p:spPr>
        </p:sp>
        <p:sp>
          <p:nvSpPr>
            <p:cNvPr id="11" name="Google Shape;11;p13"/>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186C3"/>
            </a:solidFill>
            <a:ln>
              <a:noFill/>
            </a:ln>
          </p:spPr>
        </p:sp>
        <p:sp>
          <p:nvSpPr>
            <p:cNvPr id="12" name="Google Shape;12;p13"/>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3" name="Google Shape;13;p13"/>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 name="Google Shape;14;p13"/>
          <p:cNvSpPr txBox="1"/>
          <p:nvPr>
            <p:ph idx="1" type="body"/>
          </p:nvPr>
        </p:nvSpPr>
        <p:spPr>
          <a:xfrm>
            <a:off x="982134" y="2667000"/>
            <a:ext cx="7704666" cy="3356995"/>
          </a:xfrm>
          <a:prstGeom prst="rect">
            <a:avLst/>
          </a:prstGeom>
          <a:noFill/>
          <a:ln>
            <a:noFill/>
          </a:ln>
        </p:spPr>
        <p:txBody>
          <a:bodyPr anchorCtr="0" anchor="ctr" bIns="45700" lIns="91425" spcFirstLastPara="1" rIns="91425" wrap="square" tIns="45700">
            <a:normAutofit/>
          </a:bodyPr>
          <a:lstStyle>
            <a:lvl1pPr indent="-449580" lvl="0" marL="457200" marR="0" rtl="0" algn="l">
              <a:spcBef>
                <a:spcPts val="48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spcBef>
                <a:spcPts val="600"/>
              </a:spcBef>
              <a:spcAft>
                <a:spcPts val="0"/>
              </a:spcAft>
              <a:buClr>
                <a:srgbClr val="1186C3"/>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spcBef>
                <a:spcPts val="600"/>
              </a:spcBef>
              <a:spcAft>
                <a:spcPts val="0"/>
              </a:spcAft>
              <a:buClr>
                <a:srgbClr val="1186C3"/>
              </a:buClr>
              <a:buSzPts val="2610"/>
              <a:buFont typeface="Arial"/>
              <a:buChar char="•"/>
              <a:defRPr b="0" i="0" sz="1800" u="none" cap="none" strike="noStrike">
                <a:solidFill>
                  <a:schemeClr val="dk1"/>
                </a:solidFill>
                <a:latin typeface="Corbel"/>
                <a:ea typeface="Corbel"/>
                <a:cs typeface="Corbel"/>
                <a:sym typeface="Corbel"/>
              </a:defRPr>
            </a:lvl3pPr>
            <a:lvl4pPr indent="-375920" lvl="3" marL="1828800" marR="0" rtl="0" algn="l">
              <a:spcBef>
                <a:spcPts val="600"/>
              </a:spcBef>
              <a:spcAft>
                <a:spcPts val="0"/>
              </a:spcAft>
              <a:buClr>
                <a:srgbClr val="1186C3"/>
              </a:buClr>
              <a:buSzPts val="2320"/>
              <a:buFont typeface="Arial"/>
              <a:buChar char="•"/>
              <a:defRPr b="0" i="0" sz="1600" u="none" cap="none" strike="noStrike">
                <a:solidFill>
                  <a:schemeClr val="dk1"/>
                </a:solidFill>
                <a:latin typeface="Corbel"/>
                <a:ea typeface="Corbel"/>
                <a:cs typeface="Corbel"/>
                <a:sym typeface="Corbel"/>
              </a:defRPr>
            </a:lvl4pPr>
            <a:lvl5pPr indent="-357505" lvl="4" marL="2286000" marR="0" rtl="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5pPr>
            <a:lvl6pPr indent="-357505" lvl="5" marL="2743200" marR="0" rtl="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6pPr>
            <a:lvl7pPr indent="-357505" lvl="6" marL="3200400" marR="0" rtl="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7pPr>
            <a:lvl8pPr indent="-357505" lvl="7" marL="3657600" marR="0" rtl="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8pPr>
            <a:lvl9pPr indent="-357505" lvl="8" marL="4114800" marR="0" rtl="0" algn="l">
              <a:spcBef>
                <a:spcPts val="600"/>
              </a:spcBef>
              <a:spcAft>
                <a:spcPts val="600"/>
              </a:spcAft>
              <a:buClr>
                <a:srgbClr val="1186C3"/>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5" name="Google Shape;15;p13"/>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13"/>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13"/>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Corbel"/>
                <a:ea typeface="Corbel"/>
                <a:cs typeface="Corbel"/>
                <a:sym typeface="Corbel"/>
              </a:defRPr>
            </a:lvl1pPr>
            <a:lvl2pPr indent="0" lvl="1" marL="0" marR="0" rtl="0" algn="r">
              <a:spcBef>
                <a:spcPts val="0"/>
              </a:spcBef>
              <a:buNone/>
              <a:defRPr b="0" i="0" sz="1000" u="none" cap="none" strike="noStrike">
                <a:solidFill>
                  <a:schemeClr val="dk1"/>
                </a:solidFill>
                <a:latin typeface="Corbel"/>
                <a:ea typeface="Corbel"/>
                <a:cs typeface="Corbel"/>
                <a:sym typeface="Corbel"/>
              </a:defRPr>
            </a:lvl2pPr>
            <a:lvl3pPr indent="0" lvl="2" marL="0" marR="0" rtl="0" algn="r">
              <a:spcBef>
                <a:spcPts val="0"/>
              </a:spcBef>
              <a:buNone/>
              <a:defRPr b="0" i="0" sz="1000" u="none" cap="none" strike="noStrike">
                <a:solidFill>
                  <a:schemeClr val="dk1"/>
                </a:solidFill>
                <a:latin typeface="Corbel"/>
                <a:ea typeface="Corbel"/>
                <a:cs typeface="Corbel"/>
                <a:sym typeface="Corbel"/>
              </a:defRPr>
            </a:lvl3pPr>
            <a:lvl4pPr indent="0" lvl="3" marL="0" marR="0" rtl="0" algn="r">
              <a:spcBef>
                <a:spcPts val="0"/>
              </a:spcBef>
              <a:buNone/>
              <a:defRPr b="0" i="0" sz="1000" u="none" cap="none" strike="noStrike">
                <a:solidFill>
                  <a:schemeClr val="dk1"/>
                </a:solidFill>
                <a:latin typeface="Corbel"/>
                <a:ea typeface="Corbel"/>
                <a:cs typeface="Corbel"/>
                <a:sym typeface="Corbel"/>
              </a:defRPr>
            </a:lvl4pPr>
            <a:lvl5pPr indent="0" lvl="4" marL="0" marR="0" rtl="0" algn="r">
              <a:spcBef>
                <a:spcPts val="0"/>
              </a:spcBef>
              <a:buNone/>
              <a:defRPr b="0" i="0" sz="1000" u="none" cap="none" strike="noStrike">
                <a:solidFill>
                  <a:schemeClr val="dk1"/>
                </a:solidFill>
                <a:latin typeface="Corbel"/>
                <a:ea typeface="Corbel"/>
                <a:cs typeface="Corbel"/>
                <a:sym typeface="Corbel"/>
              </a:defRPr>
            </a:lvl5pPr>
            <a:lvl6pPr indent="0" lvl="5" marL="0" marR="0" rtl="0" algn="r">
              <a:spcBef>
                <a:spcPts val="0"/>
              </a:spcBef>
              <a:buNone/>
              <a:defRPr b="0" i="0" sz="1000" u="none" cap="none" strike="noStrike">
                <a:solidFill>
                  <a:schemeClr val="dk1"/>
                </a:solidFill>
                <a:latin typeface="Corbel"/>
                <a:ea typeface="Corbel"/>
                <a:cs typeface="Corbel"/>
                <a:sym typeface="Corbel"/>
              </a:defRPr>
            </a:lvl6pPr>
            <a:lvl7pPr indent="0" lvl="6" marL="0" marR="0" rtl="0" algn="r">
              <a:spcBef>
                <a:spcPts val="0"/>
              </a:spcBef>
              <a:buNone/>
              <a:defRPr b="0" i="0" sz="1000" u="none" cap="none" strike="noStrike">
                <a:solidFill>
                  <a:schemeClr val="dk1"/>
                </a:solidFill>
                <a:latin typeface="Corbel"/>
                <a:ea typeface="Corbel"/>
                <a:cs typeface="Corbel"/>
                <a:sym typeface="Corbel"/>
              </a:defRPr>
            </a:lvl7pPr>
            <a:lvl8pPr indent="0" lvl="7" marL="0" marR="0" rtl="0" algn="r">
              <a:spcBef>
                <a:spcPts val="0"/>
              </a:spcBef>
              <a:buNone/>
              <a:defRPr b="0" i="0" sz="1000" u="none" cap="none" strike="noStrike">
                <a:solidFill>
                  <a:schemeClr val="dk1"/>
                </a:solidFill>
                <a:latin typeface="Corbel"/>
                <a:ea typeface="Corbel"/>
                <a:cs typeface="Corbel"/>
                <a:sym typeface="Corbel"/>
              </a:defRPr>
            </a:lvl8pPr>
            <a:lvl9pPr indent="0" lvl="8" marL="0" marR="0" rtl="0" algn="r">
              <a:spcBef>
                <a:spcPts val="0"/>
              </a:spcBef>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OneDrive/Desktop/600_entries_datasets.xls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4400"/>
              <a:buFont typeface="Times New Roman"/>
              <a:buNone/>
            </a:pPr>
            <a:r>
              <a:rPr lang="en-IN" sz="4400">
                <a:latin typeface="Times New Roman"/>
                <a:ea typeface="Times New Roman"/>
                <a:cs typeface="Times New Roman"/>
                <a:sym typeface="Times New Roman"/>
              </a:rPr>
              <a:t>Comparative Analysis of the Top 100 Best Books of the 21st Century</a:t>
            </a:r>
            <a:endParaRPr/>
          </a:p>
        </p:txBody>
      </p:sp>
      <p:sp>
        <p:nvSpPr>
          <p:cNvPr id="145" name="Google Shape;145;p1"/>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2610"/>
              <a:buNone/>
            </a:pPr>
            <a:r>
              <a:rPr lang="en-IN">
                <a:latin typeface="Times New Roman"/>
                <a:ea typeface="Times New Roman"/>
                <a:cs typeface="Times New Roman"/>
                <a:sym typeface="Times New Roman"/>
              </a:rPr>
              <a:t>Using Web Scraping and Data Visualization</a:t>
            </a:r>
            <a:endParaRPr/>
          </a:p>
          <a:p>
            <a:pPr indent="0" lvl="0" marL="0" rtl="0" algn="r">
              <a:spcBef>
                <a:spcPts val="960"/>
              </a:spcBef>
              <a:spcAft>
                <a:spcPts val="0"/>
              </a:spcAft>
              <a:buSzPts val="2610"/>
              <a:buNone/>
            </a:pPr>
            <a:r>
              <a:rPr lang="en-IN">
                <a:latin typeface="Times New Roman"/>
                <a:ea typeface="Times New Roman"/>
                <a:cs typeface="Times New Roman"/>
                <a:sym typeface="Times New Roman"/>
              </a:rPr>
              <a:t>Siddhi Dhuri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lang="en-IN">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p:txBody>
      </p:sp>
      <p:sp>
        <p:nvSpPr>
          <p:cNvPr id="151" name="Google Shape;151;p2"/>
          <p:cNvSpPr txBox="1"/>
          <p:nvPr>
            <p:ph idx="1" type="body"/>
          </p:nvPr>
        </p:nvSpPr>
        <p:spPr>
          <a:xfrm>
            <a:off x="982133" y="2667000"/>
            <a:ext cx="7704667" cy="3332816"/>
          </a:xfrm>
          <a:prstGeom prst="rect">
            <a:avLst/>
          </a:prstGeom>
          <a:noFill/>
          <a:ln>
            <a:noFill/>
          </a:ln>
        </p:spPr>
        <p:txBody>
          <a:bodyPr anchorCtr="0" anchor="ctr" bIns="45700" lIns="91425" spcFirstLastPara="1" rIns="91425" wrap="square" tIns="45700">
            <a:normAutofit fontScale="92500" lnSpcReduction="10000"/>
          </a:bodyPr>
          <a:lstStyle/>
          <a:p>
            <a:pPr indent="-285750" lvl="0" marL="285750" rtl="0" algn="l">
              <a:spcBef>
                <a:spcPts val="0"/>
              </a:spcBef>
              <a:spcAft>
                <a:spcPts val="0"/>
              </a:spcAft>
              <a:buSzPct val="145000"/>
              <a:buChar char="•"/>
            </a:pPr>
            <a:r>
              <a:rPr lang="en-IN">
                <a:latin typeface="Times New Roman"/>
                <a:ea typeface="Times New Roman"/>
                <a:cs typeface="Times New Roman"/>
                <a:sym typeface="Times New Roman"/>
              </a:rPr>
              <a:t>With the increasing availability of multiple book ranking and rating platforms such as Amazon, Flipkart, Goodreads, and critic-based lists like NYT and The Guardian, there exists significant variation in how books are evaluated across platforms. This study aims to analyze and compare these differences using statistical methods, focusing on rating discrepancies, rank variations, and platform-wise preferences. The objective is to identify whether reader-driven platforms and critic-driven rankings align, and to understand the extent of disagreement, consistency, and bias across different systems.</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lang="en-IN">
                <a:latin typeface="Times New Roman"/>
                <a:ea typeface="Times New Roman"/>
                <a:cs typeface="Times New Roman"/>
                <a:sym typeface="Times New Roman"/>
              </a:rPr>
              <a:t>Data Sources</a:t>
            </a:r>
            <a:endParaRPr/>
          </a:p>
        </p:txBody>
      </p:sp>
      <p:sp>
        <p:nvSpPr>
          <p:cNvPr id="157" name="Google Shape;157;p3"/>
          <p:cNvSpPr txBox="1"/>
          <p:nvPr>
            <p:ph idx="1" type="body"/>
          </p:nvPr>
        </p:nvSpPr>
        <p:spPr>
          <a:xfrm>
            <a:off x="982133" y="2667000"/>
            <a:ext cx="7704667" cy="3332816"/>
          </a:xfrm>
          <a:prstGeom prst="rect">
            <a:avLst/>
          </a:prstGeom>
          <a:noFill/>
          <a:ln>
            <a:noFill/>
          </a:ln>
        </p:spPr>
        <p:txBody>
          <a:bodyPr anchorCtr="0" anchor="ctr" bIns="45700" lIns="91425" spcFirstLastPara="1" rIns="91425" wrap="square" tIns="45700">
            <a:normAutofit/>
          </a:bodyPr>
          <a:lstStyle/>
          <a:p>
            <a:pPr indent="-285750" lvl="0" marL="285750" rtl="0" algn="l">
              <a:spcBef>
                <a:spcPts val="0"/>
              </a:spcBef>
              <a:spcAft>
                <a:spcPts val="0"/>
              </a:spcAft>
              <a:buSzPts val="3480"/>
              <a:buChar char="•"/>
            </a:pPr>
            <a:r>
              <a:rPr lang="en-IN">
                <a:latin typeface="Times New Roman"/>
                <a:ea typeface="Times New Roman"/>
                <a:cs typeface="Times New Roman"/>
                <a:sym typeface="Times New Roman"/>
              </a:rPr>
              <a:t>Amazon, Flipkart, Goodreads</a:t>
            </a:r>
            <a:endParaRPr/>
          </a:p>
          <a:p>
            <a:pPr indent="-285750" lvl="1" marL="742950" rtl="0" algn="l">
              <a:spcBef>
                <a:spcPts val="1000"/>
              </a:spcBef>
              <a:spcAft>
                <a:spcPts val="0"/>
              </a:spcAft>
              <a:buSzPts val="2900"/>
              <a:buChar char="•"/>
            </a:pPr>
            <a:r>
              <a:rPr lang="en-IN">
                <a:latin typeface="Times New Roman"/>
                <a:ea typeface="Times New Roman"/>
                <a:cs typeface="Times New Roman"/>
                <a:sym typeface="Times New Roman"/>
              </a:rPr>
              <a:t>The New York Times, The Guardian, Reader’s Digest</a:t>
            </a:r>
            <a:endParaRPr/>
          </a:p>
          <a:p>
            <a:pPr indent="-285750" lvl="1" marL="742950" rtl="0" algn="l">
              <a:spcBef>
                <a:spcPts val="1000"/>
              </a:spcBef>
              <a:spcAft>
                <a:spcPts val="0"/>
              </a:spcAft>
              <a:buSzPts val="2900"/>
              <a:buChar char="•"/>
            </a:pPr>
            <a:r>
              <a:rPr lang="en-IN">
                <a:latin typeface="Times New Roman"/>
                <a:ea typeface="Times New Roman"/>
                <a:cs typeface="Times New Roman"/>
                <a:sym typeface="Times New Roman"/>
              </a:rPr>
              <a:t>Data fields: title, author, genre, publisher, rating/rank, country, year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lang="en-IN">
                <a:latin typeface="Times New Roman"/>
                <a:ea typeface="Times New Roman"/>
                <a:cs typeface="Times New Roman"/>
                <a:sym typeface="Times New Roman"/>
              </a:rPr>
              <a:t>Research Methodology</a:t>
            </a:r>
            <a:endParaRPr/>
          </a:p>
        </p:txBody>
      </p:sp>
      <p:sp>
        <p:nvSpPr>
          <p:cNvPr id="163" name="Google Shape;163;p4"/>
          <p:cNvSpPr txBox="1"/>
          <p:nvPr>
            <p:ph idx="1" type="body"/>
          </p:nvPr>
        </p:nvSpPr>
        <p:spPr>
          <a:xfrm>
            <a:off x="982133" y="2667000"/>
            <a:ext cx="7704667" cy="333281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3480"/>
              <a:buNone/>
            </a:pPr>
            <a:r>
              <a:t/>
            </a:r>
            <a:endParaRPr/>
          </a:p>
          <a:p>
            <a:pPr indent="-285750" lvl="1" marL="742950" rtl="0" algn="l">
              <a:spcBef>
                <a:spcPts val="1000"/>
              </a:spcBef>
              <a:spcAft>
                <a:spcPts val="0"/>
              </a:spcAft>
              <a:buSzPts val="2900"/>
              <a:buFont typeface="Arial"/>
              <a:buChar char="•"/>
            </a:pPr>
            <a:r>
              <a:rPr lang="en-IN">
                <a:latin typeface="Times New Roman"/>
                <a:ea typeface="Times New Roman"/>
                <a:cs typeface="Times New Roman"/>
                <a:sym typeface="Times New Roman"/>
              </a:rPr>
              <a:t>Data collected using web scraping</a:t>
            </a:r>
            <a:endParaRPr/>
          </a:p>
          <a:p>
            <a:pPr indent="-285750" lvl="1" marL="742950" rtl="0" algn="l">
              <a:spcBef>
                <a:spcPts val="1000"/>
              </a:spcBef>
              <a:spcAft>
                <a:spcPts val="0"/>
              </a:spcAft>
              <a:buSzPts val="2900"/>
              <a:buFont typeface="Arial"/>
              <a:buChar char="•"/>
            </a:pPr>
            <a:r>
              <a:rPr lang="en-IN">
                <a:latin typeface="Times New Roman"/>
                <a:ea typeface="Times New Roman"/>
                <a:cs typeface="Times New Roman"/>
                <a:sym typeface="Times New Roman"/>
              </a:rPr>
              <a:t>Data cleaned and standardized</a:t>
            </a:r>
            <a:endParaRPr/>
          </a:p>
          <a:p>
            <a:pPr indent="-285750" lvl="1" marL="742950" rtl="0" algn="l">
              <a:spcBef>
                <a:spcPts val="1000"/>
              </a:spcBef>
              <a:spcAft>
                <a:spcPts val="0"/>
              </a:spcAft>
              <a:buSzPts val="2900"/>
              <a:buFont typeface="Arial"/>
              <a:buChar char="•"/>
            </a:pPr>
            <a:r>
              <a:rPr lang="en-IN">
                <a:latin typeface="Times New Roman"/>
                <a:ea typeface="Times New Roman"/>
                <a:cs typeface="Times New Roman"/>
                <a:sym typeface="Times New Roman"/>
              </a:rPr>
              <a:t>Comparative analysis (ratings vs ratings, rankings vs rankings)</a:t>
            </a:r>
            <a:endParaRPr/>
          </a:p>
          <a:p>
            <a:pPr indent="-285750" lvl="1" marL="742950" rtl="0" algn="l">
              <a:spcBef>
                <a:spcPts val="1000"/>
              </a:spcBef>
              <a:spcAft>
                <a:spcPts val="0"/>
              </a:spcAft>
              <a:buSzPts val="2900"/>
              <a:buFont typeface="Arial"/>
              <a:buChar char="•"/>
            </a:pPr>
            <a:r>
              <a:rPr lang="en-IN">
                <a:latin typeface="Times New Roman"/>
                <a:ea typeface="Times New Roman"/>
                <a:cs typeface="Times New Roman"/>
                <a:sym typeface="Times New Roman"/>
              </a:rPr>
              <a:t>Insights presented using charts and dashboards</a:t>
            </a:r>
            <a:endParaRPr/>
          </a:p>
          <a:p>
            <a:pPr indent="-285750" lvl="1" marL="742950" rtl="0" algn="l">
              <a:spcBef>
                <a:spcPts val="1000"/>
              </a:spcBef>
              <a:spcAft>
                <a:spcPts val="0"/>
              </a:spcAft>
              <a:buSzPts val="2900"/>
              <a:buFont typeface="Arial"/>
              <a:buChar char="•"/>
            </a:pPr>
            <a:r>
              <a:rPr lang="en-IN" u="sng">
                <a:solidFill>
                  <a:schemeClr val="hlink"/>
                </a:solidFill>
                <a:latin typeface="Times New Roman"/>
                <a:ea typeface="Times New Roman"/>
                <a:cs typeface="Times New Roman"/>
                <a:sym typeface="Times New Roman"/>
                <a:hlinkClick r:id="rId3"/>
              </a:rPr>
              <a:t>Dataset Link</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txBox="1"/>
          <p:nvPr>
            <p:ph type="title"/>
          </p:nvPr>
        </p:nvSpPr>
        <p:spPr>
          <a:xfrm>
            <a:off x="457200" y="274638"/>
            <a:ext cx="8229600" cy="5666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Comparative Analysis’ Insights</a:t>
            </a:r>
            <a:endParaRPr/>
          </a:p>
        </p:txBody>
      </p:sp>
      <p:pic>
        <p:nvPicPr>
          <p:cNvPr id="169" name="Google Shape;169;p5"/>
          <p:cNvPicPr preferRelativeResize="0"/>
          <p:nvPr>
            <p:ph idx="1" type="body"/>
          </p:nvPr>
        </p:nvPicPr>
        <p:blipFill rotWithShape="1">
          <a:blip r:embed="rId3">
            <a:alphaModFix/>
          </a:blip>
          <a:srcRect b="0" l="0" r="0" t="0"/>
          <a:stretch/>
        </p:blipFill>
        <p:spPr>
          <a:xfrm>
            <a:off x="97536" y="1600200"/>
            <a:ext cx="5913120" cy="4525963"/>
          </a:xfrm>
          <a:prstGeom prst="rect">
            <a:avLst/>
          </a:prstGeom>
          <a:noFill/>
          <a:ln>
            <a:noFill/>
          </a:ln>
        </p:spPr>
      </p:pic>
      <p:sp>
        <p:nvSpPr>
          <p:cNvPr id="170" name="Google Shape;170;p5"/>
          <p:cNvSpPr txBox="1"/>
          <p:nvPr/>
        </p:nvSpPr>
        <p:spPr>
          <a:xfrm>
            <a:off x="6132576" y="917766"/>
            <a:ext cx="2913888" cy="611449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300"/>
              <a:buFont typeface="Times New Roman"/>
              <a:buNone/>
            </a:pPr>
            <a:r>
              <a:rPr b="1" i="0" lang="en-IN" sz="1300" u="sng" cap="none" strike="noStrike">
                <a:solidFill>
                  <a:schemeClr val="dk1"/>
                </a:solidFill>
                <a:latin typeface="Times New Roman"/>
                <a:ea typeface="Times New Roman"/>
                <a:cs typeface="Times New Roman"/>
                <a:sym typeface="Times New Roman"/>
              </a:rPr>
              <a:t>Chart 1: Amazon vs Goodreads – Detailed Comparative Ratings</a:t>
            </a:r>
            <a:endParaRPr b="0" i="0" sz="1300" u="none" cap="none" strike="noStrike">
              <a:solidFill>
                <a:schemeClr val="dk1"/>
              </a:solidFill>
              <a:latin typeface="Arial"/>
              <a:ea typeface="Arial"/>
              <a:cs typeface="Arial"/>
              <a:sym typeface="Arial"/>
            </a:endParaRPr>
          </a:p>
          <a:p>
            <a:pPr indent="0" lvl="0" marL="0" marR="0" rtl="0" algn="l">
              <a:spcBef>
                <a:spcPts val="800"/>
              </a:spcBef>
              <a:spcAft>
                <a:spcPts val="0"/>
              </a:spcAft>
              <a:buClr>
                <a:schemeClr val="dk1"/>
              </a:buClr>
              <a:buSzPts val="1300"/>
              <a:buFont typeface="Times New Roman"/>
              <a:buNone/>
            </a:pPr>
            <a:r>
              <a:rPr b="1" i="0" lang="en-IN" sz="1300" u="none" cap="none" strike="noStrike">
                <a:solidFill>
                  <a:schemeClr val="dk1"/>
                </a:solidFill>
                <a:latin typeface="Times New Roman"/>
                <a:ea typeface="Times New Roman"/>
                <a:cs typeface="Times New Roman"/>
                <a:sym typeface="Times New Roman"/>
              </a:rPr>
              <a:t>What it shows:</a:t>
            </a:r>
            <a:r>
              <a:rPr b="0" i="0" lang="en-IN" sz="1300" u="none" cap="none" strike="noStrike">
                <a:solidFill>
                  <a:schemeClr val="dk1"/>
                </a:solidFill>
                <a:latin typeface="Times New Roman"/>
                <a:ea typeface="Times New Roman"/>
                <a:cs typeface="Times New Roman"/>
                <a:sym typeface="Times New Roman"/>
              </a:rPr>
              <a:t> Ratings for many books across both platforms.</a:t>
            </a:r>
            <a:endParaRPr b="0" i="0" sz="1300" u="none" cap="none" strike="noStrike">
              <a:solidFill>
                <a:schemeClr val="dk1"/>
              </a:solidFill>
              <a:latin typeface="Arial"/>
              <a:ea typeface="Arial"/>
              <a:cs typeface="Arial"/>
              <a:sym typeface="Arial"/>
            </a:endParaRPr>
          </a:p>
          <a:p>
            <a:pPr indent="0" lvl="0" marL="0" marR="0" rtl="0" algn="l">
              <a:spcBef>
                <a:spcPts val="800"/>
              </a:spcBef>
              <a:spcAft>
                <a:spcPts val="0"/>
              </a:spcAft>
              <a:buClr>
                <a:schemeClr val="dk1"/>
              </a:buClr>
              <a:buSzPts val="1300"/>
              <a:buFont typeface="Times New Roman"/>
              <a:buNone/>
            </a:pPr>
            <a:r>
              <a:rPr b="1" i="0" lang="en-IN" sz="1300" u="none" cap="none" strike="noStrike">
                <a:solidFill>
                  <a:schemeClr val="dk1"/>
                </a:solidFill>
                <a:latin typeface="Times New Roman"/>
                <a:ea typeface="Times New Roman"/>
                <a:cs typeface="Times New Roman"/>
                <a:sym typeface="Times New Roman"/>
              </a:rPr>
              <a:t>Insights:</a:t>
            </a:r>
            <a:endParaRPr b="0" i="0" sz="13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1"/>
              </a:buClr>
              <a:buSzPts val="1000"/>
              <a:buFont typeface="Noto Sans Symbols"/>
              <a:buChar char="∙"/>
            </a:pPr>
            <a:r>
              <a:rPr b="1" i="0" lang="en-IN" sz="1300" u="none" cap="none" strike="noStrike">
                <a:solidFill>
                  <a:schemeClr val="dk1"/>
                </a:solidFill>
                <a:latin typeface="Times New Roman"/>
                <a:ea typeface="Times New Roman"/>
                <a:cs typeface="Times New Roman"/>
                <a:sym typeface="Times New Roman"/>
              </a:rPr>
              <a:t>Amazon ratings cluster tightly between 4.3–4.7</a:t>
            </a:r>
            <a:r>
              <a:rPr b="0" i="0" lang="en-IN" sz="1300" u="none" cap="none" strike="noStrike">
                <a:solidFill>
                  <a:schemeClr val="dk1"/>
                </a:solidFill>
                <a:latin typeface="Times New Roman"/>
                <a:ea typeface="Times New Roman"/>
                <a:cs typeface="Times New Roman"/>
                <a:sym typeface="Times New Roman"/>
              </a:rPr>
              <a:t>, showing </a:t>
            </a:r>
            <a:r>
              <a:rPr b="1" i="0" lang="en-IN" sz="1300" u="none" cap="none" strike="noStrike">
                <a:solidFill>
                  <a:schemeClr val="dk1"/>
                </a:solidFill>
                <a:latin typeface="Times New Roman"/>
                <a:ea typeface="Times New Roman"/>
                <a:cs typeface="Times New Roman"/>
                <a:sym typeface="Times New Roman"/>
              </a:rPr>
              <a:t>rating inflation</a:t>
            </a:r>
            <a:r>
              <a:rPr b="0" i="0" lang="en-IN" sz="1300" u="none" cap="none" strike="noStrike">
                <a:solidFill>
                  <a:schemeClr val="dk1"/>
                </a:solidFill>
                <a:latin typeface="Times New Roman"/>
                <a:ea typeface="Times New Roman"/>
                <a:cs typeface="Times New Roman"/>
                <a:sym typeface="Times New Roman"/>
              </a:rPr>
              <a:t>.</a:t>
            </a:r>
            <a:endParaRPr b="0" i="0" sz="13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1"/>
              </a:buClr>
              <a:buSzPts val="1000"/>
              <a:buFont typeface="Noto Sans Symbols"/>
              <a:buChar char="∙"/>
            </a:pPr>
            <a:r>
              <a:rPr b="1" i="0" lang="en-IN" sz="1300" u="none" cap="none" strike="noStrike">
                <a:solidFill>
                  <a:schemeClr val="dk1"/>
                </a:solidFill>
                <a:latin typeface="Times New Roman"/>
                <a:ea typeface="Times New Roman"/>
                <a:cs typeface="Times New Roman"/>
                <a:sym typeface="Times New Roman"/>
              </a:rPr>
              <a:t>Goodreads ratings vary more</a:t>
            </a:r>
            <a:r>
              <a:rPr b="0" i="0" lang="en-IN" sz="1300" u="none" cap="none" strike="noStrike">
                <a:solidFill>
                  <a:schemeClr val="dk1"/>
                </a:solidFill>
                <a:latin typeface="Times New Roman"/>
                <a:ea typeface="Times New Roman"/>
                <a:cs typeface="Times New Roman"/>
                <a:sym typeface="Times New Roman"/>
              </a:rPr>
              <a:t>, proving it captures </a:t>
            </a:r>
            <a:r>
              <a:rPr b="1" i="0" lang="en-IN" sz="1300" u="none" cap="none" strike="noStrike">
                <a:solidFill>
                  <a:schemeClr val="dk1"/>
                </a:solidFill>
                <a:latin typeface="Times New Roman"/>
                <a:ea typeface="Times New Roman"/>
                <a:cs typeface="Times New Roman"/>
                <a:sym typeface="Times New Roman"/>
              </a:rPr>
              <a:t>true community opinion</a:t>
            </a:r>
            <a:r>
              <a:rPr b="0" i="0" lang="en-IN" sz="1300" u="none" cap="none" strike="noStrike">
                <a:solidFill>
                  <a:schemeClr val="dk1"/>
                </a:solidFill>
                <a:latin typeface="Times New Roman"/>
                <a:ea typeface="Times New Roman"/>
                <a:cs typeface="Times New Roman"/>
                <a:sym typeface="Times New Roman"/>
              </a:rPr>
              <a:t> rather than consumer excitement.</a:t>
            </a:r>
            <a:endParaRPr b="0" i="0" sz="13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1"/>
              </a:buClr>
              <a:buSzPts val="1000"/>
              <a:buFont typeface="Noto Sans Symbols"/>
              <a:buChar char="∙"/>
            </a:pPr>
            <a:r>
              <a:rPr b="0" i="0" lang="en-IN" sz="1300" u="none" cap="none" strike="noStrike">
                <a:solidFill>
                  <a:schemeClr val="dk1"/>
                </a:solidFill>
                <a:latin typeface="Times New Roman"/>
                <a:ea typeface="Times New Roman"/>
                <a:cs typeface="Times New Roman"/>
                <a:sym typeface="Times New Roman"/>
              </a:rPr>
              <a:t>Books like </a:t>
            </a:r>
            <a:r>
              <a:rPr b="1" i="0" lang="en-IN" sz="1300" u="none" cap="none" strike="noStrike">
                <a:solidFill>
                  <a:schemeClr val="dk1"/>
                </a:solidFill>
                <a:latin typeface="Times New Roman"/>
                <a:ea typeface="Times New Roman"/>
                <a:cs typeface="Times New Roman"/>
                <a:sym typeface="Times New Roman"/>
              </a:rPr>
              <a:t>The Book Thief</a:t>
            </a:r>
            <a:r>
              <a:rPr b="0" i="0" lang="en-IN" sz="1300" u="none" cap="none" strike="noStrike">
                <a:solidFill>
                  <a:schemeClr val="dk1"/>
                </a:solidFill>
                <a:latin typeface="Times New Roman"/>
                <a:ea typeface="Times New Roman"/>
                <a:cs typeface="Times New Roman"/>
                <a:sym typeface="Times New Roman"/>
              </a:rPr>
              <a:t> and </a:t>
            </a:r>
            <a:r>
              <a:rPr b="1" i="0" lang="en-IN" sz="1300" u="none" cap="none" strike="noStrike">
                <a:solidFill>
                  <a:schemeClr val="dk1"/>
                </a:solidFill>
                <a:latin typeface="Times New Roman"/>
                <a:ea typeface="Times New Roman"/>
                <a:cs typeface="Times New Roman"/>
                <a:sym typeface="Times New Roman"/>
              </a:rPr>
              <a:t>The Hunger Games</a:t>
            </a:r>
            <a:r>
              <a:rPr b="0" i="0" lang="en-IN" sz="1300" u="none" cap="none" strike="noStrike">
                <a:solidFill>
                  <a:schemeClr val="dk1"/>
                </a:solidFill>
                <a:latin typeface="Times New Roman"/>
                <a:ea typeface="Times New Roman"/>
                <a:cs typeface="Times New Roman"/>
                <a:sym typeface="Times New Roman"/>
              </a:rPr>
              <a:t> are </a:t>
            </a:r>
            <a:r>
              <a:rPr b="1" i="0" lang="en-IN" sz="1300" u="none" cap="none" strike="noStrike">
                <a:solidFill>
                  <a:schemeClr val="dk1"/>
                </a:solidFill>
                <a:latin typeface="Times New Roman"/>
                <a:ea typeface="Times New Roman"/>
                <a:cs typeface="Times New Roman"/>
                <a:sym typeface="Times New Roman"/>
              </a:rPr>
              <a:t>highly praised on both platforms</a:t>
            </a:r>
            <a:r>
              <a:rPr b="0" i="0" lang="en-IN" sz="1300" u="none" cap="none" strike="noStrike">
                <a:solidFill>
                  <a:schemeClr val="dk1"/>
                </a:solidFill>
                <a:latin typeface="Times New Roman"/>
                <a:ea typeface="Times New Roman"/>
                <a:cs typeface="Times New Roman"/>
                <a:sym typeface="Times New Roman"/>
              </a:rPr>
              <a:t> → universally accepted favourites.</a:t>
            </a:r>
            <a:endParaRPr b="0" i="0" sz="1300" u="none" cap="none" strike="noStrike">
              <a:solidFill>
                <a:schemeClr val="dk1"/>
              </a:solidFill>
              <a:latin typeface="Arial"/>
              <a:ea typeface="Arial"/>
              <a:cs typeface="Arial"/>
              <a:sym typeface="Arial"/>
            </a:endParaRPr>
          </a:p>
          <a:p>
            <a:pPr indent="-342900" lvl="0" marL="342900" marR="0" rtl="0" algn="l">
              <a:spcBef>
                <a:spcPts val="800"/>
              </a:spcBef>
              <a:spcAft>
                <a:spcPts val="0"/>
              </a:spcAft>
              <a:buClr>
                <a:schemeClr val="dk1"/>
              </a:buClr>
              <a:buSzPts val="1000"/>
              <a:buFont typeface="Noto Sans Symbols"/>
              <a:buChar char="∙"/>
            </a:pPr>
            <a:r>
              <a:rPr b="0" i="0" lang="en-IN" sz="1300" u="none" cap="none" strike="noStrike">
                <a:solidFill>
                  <a:schemeClr val="dk1"/>
                </a:solidFill>
                <a:latin typeface="Times New Roman"/>
                <a:ea typeface="Times New Roman"/>
                <a:cs typeface="Times New Roman"/>
                <a:sym typeface="Times New Roman"/>
              </a:rPr>
              <a:t>Books with bigger differences like </a:t>
            </a:r>
            <a:r>
              <a:rPr b="1" i="0" lang="en-IN" sz="1300" u="none" cap="none" strike="noStrike">
                <a:solidFill>
                  <a:schemeClr val="dk1"/>
                </a:solidFill>
                <a:latin typeface="Times New Roman"/>
                <a:ea typeface="Times New Roman"/>
                <a:cs typeface="Times New Roman"/>
                <a:sym typeface="Times New Roman"/>
              </a:rPr>
              <a:t>The Immortal Life of Henrietta Lacks</a:t>
            </a:r>
            <a:r>
              <a:rPr b="0" i="0" lang="en-IN" sz="1300" u="none" cap="none" strike="noStrike">
                <a:solidFill>
                  <a:schemeClr val="dk1"/>
                </a:solidFill>
                <a:latin typeface="Times New Roman"/>
                <a:ea typeface="Times New Roman"/>
                <a:cs typeface="Times New Roman"/>
                <a:sym typeface="Times New Roman"/>
              </a:rPr>
              <a:t> indicate that </a:t>
            </a:r>
            <a:r>
              <a:rPr b="1" i="0" lang="en-IN" sz="1300" u="none" cap="none" strike="noStrike">
                <a:solidFill>
                  <a:schemeClr val="dk1"/>
                </a:solidFill>
                <a:latin typeface="Times New Roman"/>
                <a:ea typeface="Times New Roman"/>
                <a:cs typeface="Times New Roman"/>
                <a:sym typeface="Times New Roman"/>
              </a:rPr>
              <a:t>Goodreads readers scrutinize themes and depth more critically</a:t>
            </a:r>
            <a:r>
              <a:rPr b="0" i="0" lang="en-IN" sz="1300" u="none" cap="none" strike="noStrike">
                <a:solidFill>
                  <a:schemeClr val="dk1"/>
                </a:solidFill>
                <a:latin typeface="Times New Roman"/>
                <a:ea typeface="Times New Roman"/>
                <a:cs typeface="Times New Roman"/>
                <a:sym typeface="Times New Roman"/>
              </a:rPr>
              <a:t>.</a:t>
            </a:r>
            <a:endParaRPr b="0" i="0" sz="1300" u="none" cap="none" strike="noStrike">
              <a:solidFill>
                <a:schemeClr val="dk1"/>
              </a:solidFill>
              <a:latin typeface="Arial"/>
              <a:ea typeface="Arial"/>
              <a:cs typeface="Arial"/>
              <a:sym typeface="Arial"/>
            </a:endParaRPr>
          </a:p>
          <a:p>
            <a:pPr indent="0" lvl="0" marL="0" marR="0" rtl="0" algn="l">
              <a:spcBef>
                <a:spcPts val="800"/>
              </a:spcBef>
              <a:spcAft>
                <a:spcPts val="0"/>
              </a:spcAft>
              <a:buClr>
                <a:schemeClr val="dk1"/>
              </a:buClr>
              <a:buSzPts val="1300"/>
              <a:buFont typeface="Times New Roman"/>
              <a:buNone/>
            </a:pPr>
            <a:r>
              <a:rPr b="1" i="0" lang="en-IN" sz="1300" u="none" cap="none" strike="noStrike">
                <a:solidFill>
                  <a:schemeClr val="dk1"/>
                </a:solidFill>
                <a:latin typeface="Times New Roman"/>
                <a:ea typeface="Times New Roman"/>
                <a:cs typeface="Times New Roman"/>
                <a:sym typeface="Times New Roman"/>
              </a:rPr>
              <a:t>Conclusion:</a:t>
            </a:r>
            <a:br>
              <a:rPr b="0" i="0" lang="en-IN" sz="1300" u="none" cap="none" strike="noStrike">
                <a:solidFill>
                  <a:schemeClr val="dk1"/>
                </a:solidFill>
                <a:latin typeface="Times New Roman"/>
                <a:ea typeface="Times New Roman"/>
                <a:cs typeface="Times New Roman"/>
                <a:sym typeface="Times New Roman"/>
              </a:rPr>
            </a:br>
            <a:r>
              <a:rPr b="1" i="0" lang="en-IN" sz="1300" u="none" cap="none" strike="noStrike">
                <a:solidFill>
                  <a:schemeClr val="dk1"/>
                </a:solidFill>
                <a:latin typeface="Times New Roman"/>
                <a:ea typeface="Times New Roman"/>
                <a:cs typeface="Times New Roman"/>
                <a:sym typeface="Times New Roman"/>
              </a:rPr>
              <a:t>Amazon reflects purchase satisfaction</a:t>
            </a:r>
            <a:r>
              <a:rPr b="0" i="0" lang="en-IN" sz="1300" u="none" cap="none" strike="noStrike">
                <a:solidFill>
                  <a:schemeClr val="dk1"/>
                </a:solidFill>
                <a:latin typeface="Times New Roman"/>
                <a:ea typeface="Times New Roman"/>
                <a:cs typeface="Times New Roman"/>
                <a:sym typeface="Times New Roman"/>
              </a:rPr>
              <a:t>, while </a:t>
            </a:r>
            <a:r>
              <a:rPr b="1" i="0" lang="en-IN" sz="1300" u="none" cap="none" strike="noStrike">
                <a:solidFill>
                  <a:schemeClr val="dk1"/>
                </a:solidFill>
                <a:latin typeface="Times New Roman"/>
                <a:ea typeface="Times New Roman"/>
                <a:cs typeface="Times New Roman"/>
                <a:sym typeface="Times New Roman"/>
              </a:rPr>
              <a:t>Goodreads reflects literary judgement</a:t>
            </a:r>
            <a:r>
              <a:rPr b="0" i="0" lang="en-IN" sz="1300" u="none" cap="none" strike="noStrike">
                <a:solidFill>
                  <a:schemeClr val="dk1"/>
                </a:solidFill>
                <a:latin typeface="Times New Roman"/>
                <a:ea typeface="Times New Roman"/>
                <a:cs typeface="Times New Roman"/>
                <a:sym typeface="Times New Roman"/>
              </a:rPr>
              <a:t>.</a:t>
            </a:r>
            <a:endParaRPr b="0" i="0" sz="1300" u="none" cap="none" strike="noStrike">
              <a:solidFill>
                <a:schemeClr val="dk1"/>
              </a:solidFill>
              <a:latin typeface="Arial"/>
              <a:ea typeface="Arial"/>
              <a:cs typeface="Arial"/>
              <a:sym typeface="Arial"/>
            </a:endParaRPr>
          </a:p>
          <a:p>
            <a:pPr indent="0" lvl="0" marL="0" marR="0" rtl="0" algn="l">
              <a:spcBef>
                <a:spcPts val="800"/>
              </a:spcBef>
              <a:spcAft>
                <a:spcPts val="0"/>
              </a:spcAft>
              <a:buNone/>
            </a:pPr>
            <a:r>
              <a:t/>
            </a:r>
            <a:endParaRPr sz="1300">
              <a:solidFill>
                <a:schemeClr val="dk1"/>
              </a:solidFill>
              <a:latin typeface="Corbel"/>
              <a:ea typeface="Corbel"/>
              <a:cs typeface="Corbel"/>
              <a:sym typeface="Corbe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457200" y="274638"/>
            <a:ext cx="8229600" cy="5666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Comparative Analysis’ Insights</a:t>
            </a:r>
            <a:endParaRPr/>
          </a:p>
        </p:txBody>
      </p:sp>
      <p:pic>
        <p:nvPicPr>
          <p:cNvPr id="176" name="Google Shape;176;p6"/>
          <p:cNvPicPr preferRelativeResize="0"/>
          <p:nvPr>
            <p:ph idx="1" type="body"/>
          </p:nvPr>
        </p:nvPicPr>
        <p:blipFill rotWithShape="1">
          <a:blip r:embed="rId3">
            <a:alphaModFix/>
          </a:blip>
          <a:srcRect b="0" l="0" r="0" t="0"/>
          <a:stretch/>
        </p:blipFill>
        <p:spPr>
          <a:xfrm>
            <a:off x="457200" y="954342"/>
            <a:ext cx="7802880" cy="3020250"/>
          </a:xfrm>
          <a:prstGeom prst="rect">
            <a:avLst/>
          </a:prstGeom>
          <a:noFill/>
          <a:ln>
            <a:noFill/>
          </a:ln>
        </p:spPr>
      </p:pic>
      <p:sp>
        <p:nvSpPr>
          <p:cNvPr id="177" name="Google Shape;177;p6"/>
          <p:cNvSpPr txBox="1"/>
          <p:nvPr/>
        </p:nvSpPr>
        <p:spPr>
          <a:xfrm>
            <a:off x="633984" y="4087686"/>
            <a:ext cx="8052816" cy="2620204"/>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Clr>
                <a:schemeClr val="dk1"/>
              </a:buClr>
              <a:buSzPts val="1300"/>
              <a:buFont typeface="Times New Roman"/>
              <a:buNone/>
            </a:pPr>
            <a:r>
              <a:rPr b="1" lang="en-IN" sz="1300" u="sng">
                <a:solidFill>
                  <a:schemeClr val="dk1"/>
                </a:solidFill>
                <a:latin typeface="Times New Roman"/>
                <a:ea typeface="Times New Roman"/>
                <a:cs typeface="Times New Roman"/>
                <a:sym typeface="Times New Roman"/>
              </a:rPr>
              <a:t>Chart 2: Amazon vs Flipkart – Line Comparison</a:t>
            </a:r>
            <a:endParaRPr sz="1300">
              <a:solidFill>
                <a:schemeClr val="dk1"/>
              </a:solidFill>
              <a:latin typeface="Times New Roman"/>
              <a:ea typeface="Times New Roman"/>
              <a:cs typeface="Times New Roman"/>
              <a:sym typeface="Times New Roman"/>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Insights:</a:t>
            </a:r>
            <a:endParaRPr sz="1300">
              <a:solidFill>
                <a:schemeClr val="dk1"/>
              </a:solidFill>
              <a:latin typeface="Times New Roman"/>
              <a:ea typeface="Times New Roman"/>
              <a:cs typeface="Times New Roman"/>
              <a:sym typeface="Times New Roman"/>
            </a:endParaRPr>
          </a:p>
          <a:p>
            <a:pPr indent="-342900" lvl="0" marL="342900" marR="0" rtl="0" algn="l">
              <a:lnSpc>
                <a:spcPct val="107000"/>
              </a:lnSpc>
              <a:spcBef>
                <a:spcPts val="800"/>
              </a:spcBef>
              <a:spcAft>
                <a:spcPts val="0"/>
              </a:spcAft>
              <a:buClr>
                <a:schemeClr val="dk1"/>
              </a:buClr>
              <a:buSzPts val="1000"/>
              <a:buFont typeface="Noto Sans Symbols"/>
              <a:buChar char="∙"/>
            </a:pPr>
            <a:r>
              <a:rPr lang="en-IN" sz="1300">
                <a:solidFill>
                  <a:schemeClr val="dk1"/>
                </a:solidFill>
                <a:latin typeface="Times New Roman"/>
                <a:ea typeface="Times New Roman"/>
                <a:cs typeface="Times New Roman"/>
                <a:sym typeface="Times New Roman"/>
              </a:rPr>
              <a:t>Ratings </a:t>
            </a:r>
            <a:r>
              <a:rPr b="1" lang="en-IN" sz="1300">
                <a:solidFill>
                  <a:schemeClr val="dk1"/>
                </a:solidFill>
                <a:latin typeface="Times New Roman"/>
                <a:ea typeface="Times New Roman"/>
                <a:cs typeface="Times New Roman"/>
                <a:sym typeface="Times New Roman"/>
              </a:rPr>
              <a:t>intersect multiple times</a:t>
            </a:r>
            <a:r>
              <a:rPr lang="en-IN" sz="1300">
                <a:solidFill>
                  <a:schemeClr val="dk1"/>
                </a:solidFill>
                <a:latin typeface="Times New Roman"/>
                <a:ea typeface="Times New Roman"/>
                <a:cs typeface="Times New Roman"/>
                <a:sym typeface="Times New Roman"/>
              </a:rPr>
              <a:t>, indicating </a:t>
            </a:r>
            <a:r>
              <a:rPr b="1" lang="en-IN" sz="1300">
                <a:solidFill>
                  <a:schemeClr val="dk1"/>
                </a:solidFill>
                <a:latin typeface="Times New Roman"/>
                <a:ea typeface="Times New Roman"/>
                <a:cs typeface="Times New Roman"/>
                <a:sym typeface="Times New Roman"/>
              </a:rPr>
              <a:t>no consistent agreement</a:t>
            </a:r>
            <a:r>
              <a:rPr lang="en-IN" sz="1300">
                <a:solidFill>
                  <a:schemeClr val="dk1"/>
                </a:solidFill>
                <a:latin typeface="Times New Roman"/>
                <a:ea typeface="Times New Roman"/>
                <a:cs typeface="Times New Roman"/>
                <a:sym typeface="Times New Roman"/>
              </a:rPr>
              <a:t>.</a:t>
            </a:r>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Big Little Lies</a:t>
            </a:r>
            <a:r>
              <a:rPr lang="en-IN" sz="1300">
                <a:solidFill>
                  <a:schemeClr val="dk1"/>
                </a:solidFill>
                <a:latin typeface="Times New Roman"/>
                <a:ea typeface="Times New Roman"/>
                <a:cs typeface="Times New Roman"/>
                <a:sym typeface="Times New Roman"/>
              </a:rPr>
              <a:t> has </a:t>
            </a:r>
            <a:r>
              <a:rPr b="1" lang="en-IN" sz="1300">
                <a:solidFill>
                  <a:schemeClr val="dk1"/>
                </a:solidFill>
                <a:latin typeface="Times New Roman"/>
                <a:ea typeface="Times New Roman"/>
                <a:cs typeface="Times New Roman"/>
                <a:sym typeface="Times New Roman"/>
              </a:rPr>
              <a:t>highest Flipkart rating</a:t>
            </a:r>
            <a:r>
              <a:rPr lang="en-IN" sz="1300">
                <a:solidFill>
                  <a:schemeClr val="dk1"/>
                </a:solidFill>
                <a:latin typeface="Times New Roman"/>
                <a:ea typeface="Times New Roman"/>
                <a:cs typeface="Times New Roman"/>
                <a:sym typeface="Times New Roman"/>
              </a:rPr>
              <a:t> but </a:t>
            </a:r>
            <a:r>
              <a:rPr b="1" lang="en-IN" sz="1300">
                <a:solidFill>
                  <a:schemeClr val="dk1"/>
                </a:solidFill>
                <a:latin typeface="Times New Roman"/>
                <a:ea typeface="Times New Roman"/>
                <a:cs typeface="Times New Roman"/>
                <a:sym typeface="Times New Roman"/>
              </a:rPr>
              <a:t>one of the lowest Amazon ratings</a:t>
            </a:r>
            <a:r>
              <a:rPr lang="en-IN" sz="1300">
                <a:solidFill>
                  <a:schemeClr val="dk1"/>
                </a:solidFill>
                <a:latin typeface="Times New Roman"/>
                <a:ea typeface="Times New Roman"/>
                <a:cs typeface="Times New Roman"/>
                <a:sym typeface="Times New Roman"/>
              </a:rPr>
              <a:t> → Indian users resonate with it more.</a:t>
            </a:r>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The Martian</a:t>
            </a:r>
            <a:r>
              <a:rPr lang="en-IN" sz="1300">
                <a:solidFill>
                  <a:schemeClr val="dk1"/>
                </a:solidFill>
                <a:latin typeface="Times New Roman"/>
                <a:ea typeface="Times New Roman"/>
                <a:cs typeface="Times New Roman"/>
                <a:sym typeface="Times New Roman"/>
              </a:rPr>
              <a:t> shows the opposite — Amazon users love it far more than Flipkart.</a:t>
            </a:r>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Conclusion: Goodreads vs Flipkart – Detailed Comparative Ratings</a:t>
            </a:r>
            <a:br>
              <a:rPr lang="en-IN" sz="1300">
                <a:solidFill>
                  <a:schemeClr val="dk1"/>
                </a:solidFill>
                <a:latin typeface="Times New Roman"/>
                <a:ea typeface="Times New Roman"/>
                <a:cs typeface="Times New Roman"/>
                <a:sym typeface="Times New Roman"/>
              </a:rPr>
            </a:br>
            <a:r>
              <a:rPr b="1" lang="en-IN" sz="1300">
                <a:solidFill>
                  <a:schemeClr val="dk1"/>
                </a:solidFill>
                <a:latin typeface="Times New Roman"/>
                <a:ea typeface="Times New Roman"/>
                <a:cs typeface="Times New Roman"/>
                <a:sym typeface="Times New Roman"/>
              </a:rPr>
              <a:t>Regional audience tastes differ significantly by genre and theme.</a:t>
            </a:r>
            <a:endParaRPr sz="13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457200" y="274638"/>
            <a:ext cx="8229600" cy="5666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Comparative Analysis’ Insights</a:t>
            </a:r>
            <a:endParaRPr/>
          </a:p>
        </p:txBody>
      </p:sp>
      <p:pic>
        <p:nvPicPr>
          <p:cNvPr id="183" name="Google Shape;183;p7"/>
          <p:cNvPicPr preferRelativeResize="0"/>
          <p:nvPr>
            <p:ph idx="1" type="body"/>
          </p:nvPr>
        </p:nvPicPr>
        <p:blipFill rotWithShape="1">
          <a:blip r:embed="rId3">
            <a:alphaModFix/>
          </a:blip>
          <a:srcRect b="0" l="0" r="0" t="0"/>
          <a:stretch/>
        </p:blipFill>
        <p:spPr>
          <a:xfrm>
            <a:off x="457200" y="841248"/>
            <a:ext cx="8394192" cy="2642616"/>
          </a:xfrm>
          <a:prstGeom prst="rect">
            <a:avLst/>
          </a:prstGeom>
          <a:noFill/>
          <a:ln>
            <a:noFill/>
          </a:ln>
        </p:spPr>
      </p:pic>
      <p:sp>
        <p:nvSpPr>
          <p:cNvPr id="184" name="Google Shape;184;p7"/>
          <p:cNvSpPr txBox="1"/>
          <p:nvPr/>
        </p:nvSpPr>
        <p:spPr>
          <a:xfrm>
            <a:off x="457200" y="3628457"/>
            <a:ext cx="8394192" cy="2308709"/>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Clr>
                <a:schemeClr val="dk1"/>
              </a:buClr>
              <a:buSzPts val="1300"/>
              <a:buFont typeface="Times New Roman"/>
              <a:buNone/>
            </a:pPr>
            <a:r>
              <a:rPr b="1" lang="en-IN" sz="1300" u="sng">
                <a:solidFill>
                  <a:schemeClr val="dk1"/>
                </a:solidFill>
                <a:latin typeface="Times New Roman"/>
                <a:ea typeface="Times New Roman"/>
                <a:cs typeface="Times New Roman"/>
                <a:sym typeface="Times New Roman"/>
              </a:rPr>
              <a:t>Chart 3:</a:t>
            </a:r>
            <a:r>
              <a:rPr lang="en-IN" sz="1300" u="sng">
                <a:solidFill>
                  <a:schemeClr val="dk1"/>
                </a:solidFill>
                <a:latin typeface="Times New Roman"/>
                <a:ea typeface="Times New Roman"/>
                <a:cs typeface="Times New Roman"/>
                <a:sym typeface="Times New Roman"/>
              </a:rPr>
              <a:t> </a:t>
            </a:r>
            <a:r>
              <a:rPr b="1" lang="en-IN" sz="1300" u="sng">
                <a:solidFill>
                  <a:schemeClr val="dk1"/>
                </a:solidFill>
                <a:latin typeface="Times New Roman"/>
                <a:ea typeface="Times New Roman"/>
                <a:cs typeface="Times New Roman"/>
                <a:sym typeface="Times New Roman"/>
              </a:rPr>
              <a:t>Goodreads vs Flipkart – Detailed Comparative Ratings</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Insights:</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300"/>
              <a:buFont typeface="Noto Sans Symbols"/>
              <a:buChar char="∙"/>
            </a:pPr>
            <a:r>
              <a:rPr b="1" lang="en-IN" sz="1300">
                <a:solidFill>
                  <a:schemeClr val="dk1"/>
                </a:solidFill>
                <a:latin typeface="Times New Roman"/>
                <a:ea typeface="Times New Roman"/>
                <a:cs typeface="Times New Roman"/>
                <a:sym typeface="Times New Roman"/>
              </a:rPr>
              <a:t>Flipkart tends to score books slightly higher</a:t>
            </a:r>
            <a:r>
              <a:rPr lang="en-IN" sz="1300">
                <a:solidFill>
                  <a:schemeClr val="dk1"/>
                </a:solidFill>
                <a:latin typeface="Times New Roman"/>
                <a:ea typeface="Times New Roman"/>
                <a:cs typeface="Times New Roman"/>
                <a:sym typeface="Times New Roman"/>
              </a:rPr>
              <a:t> than Goodreads here.</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lang="en-IN" sz="1300">
                <a:solidFill>
                  <a:schemeClr val="dk1"/>
                </a:solidFill>
                <a:latin typeface="Times New Roman"/>
                <a:ea typeface="Times New Roman"/>
                <a:cs typeface="Times New Roman"/>
                <a:sym typeface="Times New Roman"/>
              </a:rPr>
              <a:t>Goodreads users rate more critically, especially for </a:t>
            </a:r>
            <a:r>
              <a:rPr b="1" lang="en-IN" sz="1300">
                <a:solidFill>
                  <a:schemeClr val="dk1"/>
                </a:solidFill>
                <a:latin typeface="Times New Roman"/>
                <a:ea typeface="Times New Roman"/>
                <a:cs typeface="Times New Roman"/>
                <a:sym typeface="Times New Roman"/>
              </a:rPr>
              <a:t>Dan Brown</a:t>
            </a:r>
            <a:r>
              <a:rPr lang="en-IN" sz="1300">
                <a:solidFill>
                  <a:schemeClr val="dk1"/>
                </a:solidFill>
                <a:latin typeface="Times New Roman"/>
                <a:ea typeface="Times New Roman"/>
                <a:cs typeface="Times New Roman"/>
                <a:sym typeface="Times New Roman"/>
              </a:rPr>
              <a:t> and </a:t>
            </a:r>
            <a:r>
              <a:rPr b="1" lang="en-IN" sz="1300">
                <a:solidFill>
                  <a:schemeClr val="dk1"/>
                </a:solidFill>
                <a:latin typeface="Times New Roman"/>
                <a:ea typeface="Times New Roman"/>
                <a:cs typeface="Times New Roman"/>
                <a:sym typeface="Times New Roman"/>
              </a:rPr>
              <a:t>Paulo Coelho</a:t>
            </a:r>
            <a:r>
              <a:rPr lang="en-IN" sz="1300">
                <a:solidFill>
                  <a:schemeClr val="dk1"/>
                </a:solidFill>
                <a:latin typeface="Times New Roman"/>
                <a:ea typeface="Times New Roman"/>
                <a:cs typeface="Times New Roman"/>
                <a:sym typeface="Times New Roman"/>
              </a:rPr>
              <a:t> — popular authors, but not critically revered.</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Educated</a:t>
            </a:r>
            <a:r>
              <a:rPr lang="en-IN" sz="1300">
                <a:solidFill>
                  <a:schemeClr val="dk1"/>
                </a:solidFill>
                <a:latin typeface="Times New Roman"/>
                <a:ea typeface="Times New Roman"/>
                <a:cs typeface="Times New Roman"/>
                <a:sym typeface="Times New Roman"/>
              </a:rPr>
              <a:t> and </a:t>
            </a:r>
            <a:r>
              <a:rPr b="1" lang="en-IN" sz="1300">
                <a:solidFill>
                  <a:schemeClr val="dk1"/>
                </a:solidFill>
                <a:latin typeface="Times New Roman"/>
                <a:ea typeface="Times New Roman"/>
                <a:cs typeface="Times New Roman"/>
                <a:sym typeface="Times New Roman"/>
              </a:rPr>
              <a:t>Big Little Lies</a:t>
            </a:r>
            <a:r>
              <a:rPr lang="en-IN" sz="1300">
                <a:solidFill>
                  <a:schemeClr val="dk1"/>
                </a:solidFill>
                <a:latin typeface="Times New Roman"/>
                <a:ea typeface="Times New Roman"/>
                <a:cs typeface="Times New Roman"/>
                <a:sym typeface="Times New Roman"/>
              </a:rPr>
              <a:t> have consistently high ratings across both platforms → strong narrative resonance.</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Conclusion:</a:t>
            </a:r>
            <a:br>
              <a:rPr lang="en-IN" sz="1300">
                <a:solidFill>
                  <a:schemeClr val="dk1"/>
                </a:solidFill>
                <a:latin typeface="Times New Roman"/>
                <a:ea typeface="Times New Roman"/>
                <a:cs typeface="Times New Roman"/>
                <a:sym typeface="Times New Roman"/>
              </a:rPr>
            </a:br>
            <a:r>
              <a:rPr lang="en-IN" sz="1300">
                <a:solidFill>
                  <a:schemeClr val="dk1"/>
                </a:solidFill>
                <a:latin typeface="Times New Roman"/>
                <a:ea typeface="Times New Roman"/>
                <a:cs typeface="Times New Roman"/>
                <a:sym typeface="Times New Roman"/>
              </a:rPr>
              <a:t>Goodreads = </a:t>
            </a:r>
            <a:r>
              <a:rPr b="1" lang="en-IN" sz="1300">
                <a:solidFill>
                  <a:schemeClr val="dk1"/>
                </a:solidFill>
                <a:latin typeface="Times New Roman"/>
                <a:ea typeface="Times New Roman"/>
                <a:cs typeface="Times New Roman"/>
                <a:sym typeface="Times New Roman"/>
              </a:rPr>
              <a:t>critical depth</a:t>
            </a:r>
            <a:r>
              <a:rPr lang="en-IN" sz="1300">
                <a:solidFill>
                  <a:schemeClr val="dk1"/>
                </a:solidFill>
                <a:latin typeface="Times New Roman"/>
                <a:ea typeface="Times New Roman"/>
                <a:cs typeface="Times New Roman"/>
                <a:sym typeface="Times New Roman"/>
              </a:rPr>
              <a:t>, Flipkart = </a:t>
            </a:r>
            <a:r>
              <a:rPr b="1" lang="en-IN" sz="1300">
                <a:solidFill>
                  <a:schemeClr val="dk1"/>
                </a:solidFill>
                <a:latin typeface="Times New Roman"/>
                <a:ea typeface="Times New Roman"/>
                <a:cs typeface="Times New Roman"/>
                <a:sym typeface="Times New Roman"/>
              </a:rPr>
              <a:t>popular sentiment</a:t>
            </a:r>
            <a:r>
              <a:rPr lang="en-IN" sz="1300">
                <a:solidFill>
                  <a:schemeClr val="dk1"/>
                </a:solidFill>
                <a:latin typeface="Times New Roman"/>
                <a:ea typeface="Times New Roman"/>
                <a:cs typeface="Times New Roman"/>
                <a:sym typeface="Times New Roman"/>
              </a:rPr>
              <a:t>.</a:t>
            </a:r>
            <a:endParaRPr sz="13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txBox="1"/>
          <p:nvPr>
            <p:ph type="title"/>
          </p:nvPr>
        </p:nvSpPr>
        <p:spPr>
          <a:xfrm>
            <a:off x="457200" y="274638"/>
            <a:ext cx="8229600" cy="5666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Comparative Analysis’ Insights</a:t>
            </a:r>
            <a:endParaRPr/>
          </a:p>
        </p:txBody>
      </p:sp>
      <p:pic>
        <p:nvPicPr>
          <p:cNvPr id="190" name="Google Shape;190;p8"/>
          <p:cNvPicPr preferRelativeResize="0"/>
          <p:nvPr>
            <p:ph idx="1" type="body"/>
          </p:nvPr>
        </p:nvPicPr>
        <p:blipFill rotWithShape="1">
          <a:blip r:embed="rId3">
            <a:alphaModFix/>
          </a:blip>
          <a:srcRect b="0" l="0" r="0" t="0"/>
          <a:stretch/>
        </p:blipFill>
        <p:spPr>
          <a:xfrm>
            <a:off x="97536" y="950976"/>
            <a:ext cx="4754880" cy="5474208"/>
          </a:xfrm>
          <a:prstGeom prst="rect">
            <a:avLst/>
          </a:prstGeom>
          <a:noFill/>
          <a:ln>
            <a:noFill/>
          </a:ln>
        </p:spPr>
      </p:pic>
      <p:sp>
        <p:nvSpPr>
          <p:cNvPr id="191" name="Google Shape;191;p8"/>
          <p:cNvSpPr txBox="1"/>
          <p:nvPr/>
        </p:nvSpPr>
        <p:spPr>
          <a:xfrm>
            <a:off x="4986528" y="1039686"/>
            <a:ext cx="4059936" cy="410958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chemeClr val="dk1"/>
              </a:buClr>
              <a:buSzPts val="1300"/>
              <a:buFont typeface="Times New Roman"/>
              <a:buNone/>
            </a:pPr>
            <a:r>
              <a:rPr lang="en-IN" sz="1300">
                <a:solidFill>
                  <a:schemeClr val="dk1"/>
                </a:solidFill>
                <a:latin typeface="Times New Roman"/>
                <a:ea typeface="Times New Roman"/>
                <a:cs typeface="Times New Roman"/>
                <a:sym typeface="Times New Roman"/>
              </a:rPr>
              <a:t> </a:t>
            </a:r>
            <a:endParaRPr sz="1300">
              <a:solidFill>
                <a:schemeClr val="dk1"/>
              </a:solidFill>
              <a:latin typeface="Arial"/>
              <a:ea typeface="Arial"/>
              <a:cs typeface="Arial"/>
              <a:sym typeface="Arial"/>
            </a:endParaRPr>
          </a:p>
          <a:p>
            <a:pPr indent="0" lvl="0" marL="0" marR="0" rtl="0" algn="ctr">
              <a:lnSpc>
                <a:spcPct val="107000"/>
              </a:lnSpc>
              <a:spcBef>
                <a:spcPts val="800"/>
              </a:spcBef>
              <a:spcAft>
                <a:spcPts val="0"/>
              </a:spcAft>
              <a:buClr>
                <a:schemeClr val="dk1"/>
              </a:buClr>
              <a:buSzPts val="1300"/>
              <a:buFont typeface="Times New Roman"/>
              <a:buNone/>
            </a:pPr>
            <a:r>
              <a:rPr b="1" lang="en-IN" sz="1300" u="sng">
                <a:solidFill>
                  <a:schemeClr val="dk1"/>
                </a:solidFill>
                <a:latin typeface="Times New Roman"/>
                <a:ea typeface="Times New Roman"/>
                <a:cs typeface="Times New Roman"/>
                <a:sym typeface="Times New Roman"/>
              </a:rPr>
              <a:t>Chart 4: The Guardian vs NYT Rankings</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Insights:</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Large rank differences show disagreement</a:t>
            </a:r>
            <a:br>
              <a:rPr lang="en-IN" sz="1300">
                <a:solidFill>
                  <a:schemeClr val="dk1"/>
                </a:solidFill>
                <a:latin typeface="Times New Roman"/>
                <a:ea typeface="Times New Roman"/>
                <a:cs typeface="Times New Roman"/>
                <a:sym typeface="Times New Roman"/>
              </a:rPr>
            </a:br>
            <a:r>
              <a:rPr lang="en-IN" sz="1300">
                <a:solidFill>
                  <a:schemeClr val="dk1"/>
                </a:solidFill>
                <a:latin typeface="Times New Roman"/>
                <a:ea typeface="Times New Roman"/>
                <a:cs typeface="Times New Roman"/>
                <a:sym typeface="Times New Roman"/>
              </a:rPr>
              <a:t>Books with big positive differences = NYT liked them much more than The Guardian</a:t>
            </a:r>
            <a:br>
              <a:rPr lang="en-IN" sz="1300">
                <a:solidFill>
                  <a:schemeClr val="dk1"/>
                </a:solidFill>
                <a:latin typeface="Times New Roman"/>
                <a:ea typeface="Times New Roman"/>
                <a:cs typeface="Times New Roman"/>
                <a:sym typeface="Times New Roman"/>
              </a:rPr>
            </a:br>
            <a:r>
              <a:rPr lang="en-IN" sz="1300">
                <a:solidFill>
                  <a:schemeClr val="dk1"/>
                </a:solidFill>
                <a:latin typeface="Times New Roman"/>
                <a:ea typeface="Times New Roman"/>
                <a:cs typeface="Times New Roman"/>
                <a:sym typeface="Times New Roman"/>
              </a:rPr>
              <a:t>Books with big negative differences = The Guardian rated them higher than NYT.</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lang="en-IN" sz="1300">
                <a:solidFill>
                  <a:schemeClr val="dk1"/>
                </a:solidFill>
                <a:latin typeface="Times New Roman"/>
                <a:ea typeface="Times New Roman"/>
                <a:cs typeface="Times New Roman"/>
                <a:sym typeface="Times New Roman"/>
              </a:rPr>
              <a:t>  </a:t>
            </a:r>
            <a:r>
              <a:rPr b="1" lang="en-IN" sz="1300">
                <a:solidFill>
                  <a:schemeClr val="dk1"/>
                </a:solidFill>
                <a:latin typeface="Times New Roman"/>
                <a:ea typeface="Times New Roman"/>
                <a:cs typeface="Times New Roman"/>
                <a:sym typeface="Times New Roman"/>
              </a:rPr>
              <a:t>Presence of both small and large differences</a:t>
            </a:r>
            <a:r>
              <a:rPr lang="en-IN" sz="1300">
                <a:solidFill>
                  <a:schemeClr val="dk1"/>
                </a:solidFill>
                <a:latin typeface="Times New Roman"/>
                <a:ea typeface="Times New Roman"/>
                <a:cs typeface="Times New Roman"/>
                <a:sym typeface="Times New Roman"/>
              </a:rPr>
              <a:t> indicates:</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lang="en-IN" sz="1300">
                <a:solidFill>
                  <a:schemeClr val="dk1"/>
                </a:solidFill>
                <a:latin typeface="Times New Roman"/>
                <a:ea typeface="Times New Roman"/>
                <a:cs typeface="Times New Roman"/>
                <a:sym typeface="Times New Roman"/>
              </a:rPr>
              <a:t>Some books have </a:t>
            </a:r>
            <a:r>
              <a:rPr b="1" lang="en-IN" sz="1300">
                <a:solidFill>
                  <a:schemeClr val="dk1"/>
                </a:solidFill>
                <a:latin typeface="Times New Roman"/>
                <a:ea typeface="Times New Roman"/>
                <a:cs typeface="Times New Roman"/>
                <a:sym typeface="Times New Roman"/>
              </a:rPr>
              <a:t>universal acceptance</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lang="en-IN" sz="1300">
                <a:solidFill>
                  <a:schemeClr val="dk1"/>
                </a:solidFill>
                <a:latin typeface="Times New Roman"/>
                <a:ea typeface="Times New Roman"/>
                <a:cs typeface="Times New Roman"/>
                <a:sym typeface="Times New Roman"/>
              </a:rPr>
              <a:t>Many books have </a:t>
            </a:r>
            <a:r>
              <a:rPr b="1" lang="en-IN" sz="1300">
                <a:solidFill>
                  <a:schemeClr val="dk1"/>
                </a:solidFill>
                <a:latin typeface="Times New Roman"/>
                <a:ea typeface="Times New Roman"/>
                <a:cs typeface="Times New Roman"/>
                <a:sym typeface="Times New Roman"/>
              </a:rPr>
              <a:t>platform-specific popularity</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lang="en-IN" sz="1300">
                <a:solidFill>
                  <a:schemeClr val="dk1"/>
                </a:solidFill>
                <a:latin typeface="Times New Roman"/>
                <a:ea typeface="Times New Roman"/>
                <a:cs typeface="Times New Roman"/>
                <a:sym typeface="Times New Roman"/>
              </a:rPr>
              <a:t>  The matrix shows </a:t>
            </a:r>
            <a:r>
              <a:rPr b="1" lang="en-IN" sz="1300">
                <a:solidFill>
                  <a:schemeClr val="dk1"/>
                </a:solidFill>
                <a:latin typeface="Times New Roman"/>
                <a:ea typeface="Times New Roman"/>
                <a:cs typeface="Times New Roman"/>
                <a:sym typeface="Times New Roman"/>
              </a:rPr>
              <a:t>critics vs. audience taste conflict</a:t>
            </a:r>
            <a:r>
              <a:rPr lang="en-IN" sz="1300">
                <a:solidFill>
                  <a:schemeClr val="dk1"/>
                </a:solidFill>
                <a:latin typeface="Times New Roman"/>
                <a:ea typeface="Times New Roman"/>
                <a:cs typeface="Times New Roman"/>
                <a:sym typeface="Times New Roman"/>
              </a:rPr>
              <a:t> very clearly.</a:t>
            </a:r>
            <a:endParaRPr sz="1300">
              <a:solidFill>
                <a:schemeClr val="dk1"/>
              </a:solidFill>
              <a:latin typeface="Arial"/>
              <a:ea typeface="Arial"/>
              <a:cs typeface="Arial"/>
              <a:sym typeface="Arial"/>
            </a:endParaRPr>
          </a:p>
          <a:p>
            <a:pPr indent="0" lvl="0" marL="0" marR="0" rtl="0" algn="l">
              <a:spcBef>
                <a:spcPts val="800"/>
              </a:spcBef>
              <a:spcAft>
                <a:spcPts val="0"/>
              </a:spcAft>
              <a:buNone/>
            </a:pPr>
            <a:r>
              <a:t/>
            </a:r>
            <a:endParaRPr sz="1300">
              <a:solidFill>
                <a:schemeClr val="dk1"/>
              </a:solidFill>
              <a:latin typeface="Corbel"/>
              <a:ea typeface="Corbel"/>
              <a:cs typeface="Corbel"/>
              <a:sym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457200" y="274638"/>
            <a:ext cx="8229600" cy="5666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Comparative Analysis’ Insights</a:t>
            </a:r>
            <a:endParaRPr/>
          </a:p>
        </p:txBody>
      </p:sp>
      <p:pic>
        <p:nvPicPr>
          <p:cNvPr id="197" name="Google Shape;197;p9"/>
          <p:cNvPicPr preferRelativeResize="0"/>
          <p:nvPr>
            <p:ph idx="1" type="body"/>
          </p:nvPr>
        </p:nvPicPr>
        <p:blipFill rotWithShape="1">
          <a:blip r:embed="rId3">
            <a:alphaModFix/>
          </a:blip>
          <a:srcRect b="0" l="0" r="0" t="0"/>
          <a:stretch/>
        </p:blipFill>
        <p:spPr>
          <a:xfrm>
            <a:off x="97536" y="950976"/>
            <a:ext cx="4754880" cy="5474208"/>
          </a:xfrm>
          <a:prstGeom prst="rect">
            <a:avLst/>
          </a:prstGeom>
          <a:noFill/>
          <a:ln>
            <a:noFill/>
          </a:ln>
        </p:spPr>
      </p:pic>
      <p:sp>
        <p:nvSpPr>
          <p:cNvPr id="198" name="Google Shape;198;p9"/>
          <p:cNvSpPr txBox="1"/>
          <p:nvPr/>
        </p:nvSpPr>
        <p:spPr>
          <a:xfrm>
            <a:off x="4986528" y="1039686"/>
            <a:ext cx="4059936" cy="4006994"/>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chemeClr val="dk1"/>
              </a:buClr>
              <a:buSzPts val="1300"/>
              <a:buFont typeface="Times New Roman"/>
              <a:buNone/>
            </a:pPr>
            <a:r>
              <a:rPr lang="en-IN" sz="1300">
                <a:solidFill>
                  <a:schemeClr val="dk1"/>
                </a:solidFill>
                <a:latin typeface="Times New Roman"/>
                <a:ea typeface="Times New Roman"/>
                <a:cs typeface="Times New Roman"/>
                <a:sym typeface="Times New Roman"/>
              </a:rPr>
              <a:t> </a:t>
            </a:r>
            <a:endParaRPr sz="1300">
              <a:solidFill>
                <a:schemeClr val="dk1"/>
              </a:solidFill>
              <a:latin typeface="Arial"/>
              <a:ea typeface="Arial"/>
              <a:cs typeface="Arial"/>
              <a:sym typeface="Arial"/>
            </a:endParaRPr>
          </a:p>
          <a:p>
            <a:pPr indent="0" lvl="0" marL="0" marR="0" rtl="0" algn="ctr">
              <a:lnSpc>
                <a:spcPct val="107000"/>
              </a:lnSpc>
              <a:spcBef>
                <a:spcPts val="800"/>
              </a:spcBef>
              <a:spcAft>
                <a:spcPts val="0"/>
              </a:spcAft>
              <a:buClr>
                <a:schemeClr val="dk1"/>
              </a:buClr>
              <a:buSzPts val="1300"/>
              <a:buFont typeface="Times New Roman"/>
              <a:buNone/>
            </a:pPr>
            <a:r>
              <a:rPr b="1" lang="en-IN" sz="1300" u="sng">
                <a:solidFill>
                  <a:schemeClr val="dk1"/>
                </a:solidFill>
                <a:latin typeface="Times New Roman"/>
                <a:ea typeface="Times New Roman"/>
                <a:cs typeface="Times New Roman"/>
                <a:sym typeface="Times New Roman"/>
              </a:rPr>
              <a:t>Chart 5: Guardian vs NYT vs Reader’s Digest Rankings (The Road)</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Insights:</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The Guardian ranks </a:t>
            </a:r>
            <a:r>
              <a:rPr b="1" i="1" lang="en-IN" sz="1300">
                <a:solidFill>
                  <a:schemeClr val="dk1"/>
                </a:solidFill>
                <a:latin typeface="Times New Roman"/>
                <a:ea typeface="Times New Roman"/>
                <a:cs typeface="Times New Roman"/>
                <a:sym typeface="Times New Roman"/>
              </a:rPr>
              <a:t>The Road</a:t>
            </a:r>
            <a:r>
              <a:rPr b="1" lang="en-IN" sz="1300">
                <a:solidFill>
                  <a:schemeClr val="dk1"/>
                </a:solidFill>
                <a:latin typeface="Times New Roman"/>
                <a:ea typeface="Times New Roman"/>
                <a:cs typeface="Times New Roman"/>
                <a:sym typeface="Times New Roman"/>
              </a:rPr>
              <a:t> at 17</a:t>
            </a:r>
            <a:r>
              <a:rPr lang="en-IN" sz="1300">
                <a:solidFill>
                  <a:schemeClr val="dk1"/>
                </a:solidFill>
                <a:latin typeface="Times New Roman"/>
                <a:ea typeface="Times New Roman"/>
                <a:cs typeface="Times New Roman"/>
                <a:sym typeface="Times New Roman"/>
              </a:rPr>
              <a:t>, </a:t>
            </a:r>
            <a:r>
              <a:rPr b="1" lang="en-IN" sz="1300">
                <a:solidFill>
                  <a:schemeClr val="dk1"/>
                </a:solidFill>
                <a:latin typeface="Times New Roman"/>
                <a:ea typeface="Times New Roman"/>
                <a:cs typeface="Times New Roman"/>
                <a:sym typeface="Times New Roman"/>
              </a:rPr>
              <a:t>NYT ranks it even better at 13</a:t>
            </a:r>
            <a:r>
              <a:rPr lang="en-IN" sz="1300">
                <a:solidFill>
                  <a:schemeClr val="dk1"/>
                </a:solidFill>
                <a:latin typeface="Times New Roman"/>
                <a:ea typeface="Times New Roman"/>
                <a:cs typeface="Times New Roman"/>
                <a:sym typeface="Times New Roman"/>
              </a:rPr>
              <a:t> → critics highly value it.</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Reader’s Digest ranks it at 64</a:t>
            </a:r>
            <a:r>
              <a:rPr lang="en-IN" sz="1300">
                <a:solidFill>
                  <a:schemeClr val="dk1"/>
                </a:solidFill>
                <a:latin typeface="Times New Roman"/>
                <a:ea typeface="Times New Roman"/>
                <a:cs typeface="Times New Roman"/>
                <a:sym typeface="Times New Roman"/>
              </a:rPr>
              <a:t> → general readers do </a:t>
            </a:r>
            <a:r>
              <a:rPr b="1" lang="en-IN" sz="1300">
                <a:solidFill>
                  <a:schemeClr val="dk1"/>
                </a:solidFill>
                <a:latin typeface="Times New Roman"/>
                <a:ea typeface="Times New Roman"/>
                <a:cs typeface="Times New Roman"/>
                <a:sym typeface="Times New Roman"/>
              </a:rPr>
              <a:t>not rate it as highly</a:t>
            </a:r>
            <a:r>
              <a:rPr lang="en-IN" sz="1300">
                <a:solidFill>
                  <a:schemeClr val="dk1"/>
                </a:solidFill>
                <a:latin typeface="Times New Roman"/>
                <a:ea typeface="Times New Roman"/>
                <a:cs typeface="Times New Roman"/>
                <a:sym typeface="Times New Roman"/>
              </a:rPr>
              <a:t>.</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lang="en-IN" sz="1300">
                <a:solidFill>
                  <a:schemeClr val="dk1"/>
                </a:solidFill>
                <a:latin typeface="Times New Roman"/>
                <a:ea typeface="Times New Roman"/>
                <a:cs typeface="Times New Roman"/>
                <a:sym typeface="Times New Roman"/>
              </a:rPr>
              <a:t>This shows a </a:t>
            </a:r>
            <a:r>
              <a:rPr b="1" lang="en-IN" sz="1300">
                <a:solidFill>
                  <a:schemeClr val="dk1"/>
                </a:solidFill>
                <a:latin typeface="Times New Roman"/>
                <a:ea typeface="Times New Roman"/>
                <a:cs typeface="Times New Roman"/>
                <a:sym typeface="Times New Roman"/>
              </a:rPr>
              <a:t>massive perception gap</a:t>
            </a:r>
            <a:r>
              <a:rPr lang="en-IN" sz="1300">
                <a:solidFill>
                  <a:schemeClr val="dk1"/>
                </a:solidFill>
                <a:latin typeface="Times New Roman"/>
                <a:ea typeface="Times New Roman"/>
                <a:cs typeface="Times New Roman"/>
                <a:sym typeface="Times New Roman"/>
              </a:rPr>
              <a:t>:</a:t>
            </a:r>
            <a:br>
              <a:rPr lang="en-IN" sz="1300">
                <a:solidFill>
                  <a:schemeClr val="dk1"/>
                </a:solidFill>
                <a:latin typeface="Times New Roman"/>
                <a:ea typeface="Times New Roman"/>
                <a:cs typeface="Times New Roman"/>
                <a:sym typeface="Times New Roman"/>
              </a:rPr>
            </a:br>
            <a:r>
              <a:rPr b="1" lang="en-IN" sz="1300">
                <a:solidFill>
                  <a:schemeClr val="dk1"/>
                </a:solidFill>
                <a:latin typeface="Times New Roman"/>
                <a:ea typeface="Times New Roman"/>
                <a:cs typeface="Times New Roman"/>
                <a:sym typeface="Times New Roman"/>
              </a:rPr>
              <a:t>Critics love serious, literary themes</a:t>
            </a:r>
            <a:r>
              <a:rPr lang="en-IN" sz="1300">
                <a:solidFill>
                  <a:schemeClr val="dk1"/>
                </a:solidFill>
                <a:latin typeface="Times New Roman"/>
                <a:ea typeface="Times New Roman"/>
                <a:cs typeface="Times New Roman"/>
                <a:sym typeface="Times New Roman"/>
              </a:rPr>
              <a:t>, while </a:t>
            </a:r>
            <a:r>
              <a:rPr b="1" lang="en-IN" sz="1300">
                <a:solidFill>
                  <a:schemeClr val="dk1"/>
                </a:solidFill>
                <a:latin typeface="Times New Roman"/>
                <a:ea typeface="Times New Roman"/>
                <a:cs typeface="Times New Roman"/>
                <a:sym typeface="Times New Roman"/>
              </a:rPr>
              <a:t>readers prefer engaging, emotional, or popular narratives</a:t>
            </a:r>
            <a:r>
              <a:rPr lang="en-IN" sz="1300">
                <a:solidFill>
                  <a:schemeClr val="dk1"/>
                </a:solidFill>
                <a:latin typeface="Times New Roman"/>
                <a:ea typeface="Times New Roman"/>
                <a:cs typeface="Times New Roman"/>
                <a:sym typeface="Times New Roman"/>
              </a:rPr>
              <a:t>.</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Conclusion:</a:t>
            </a:r>
            <a:br>
              <a:rPr lang="en-IN" sz="1300">
                <a:solidFill>
                  <a:schemeClr val="dk1"/>
                </a:solidFill>
                <a:latin typeface="Times New Roman"/>
                <a:ea typeface="Times New Roman"/>
                <a:cs typeface="Times New Roman"/>
                <a:sym typeface="Times New Roman"/>
              </a:rPr>
            </a:br>
            <a:r>
              <a:rPr b="1" lang="en-IN" sz="1300">
                <a:solidFill>
                  <a:schemeClr val="dk1"/>
                </a:solidFill>
                <a:latin typeface="Times New Roman"/>
                <a:ea typeface="Times New Roman"/>
                <a:cs typeface="Times New Roman"/>
                <a:sym typeface="Times New Roman"/>
              </a:rPr>
              <a:t>Critical acclaim ≠ mainstream appeal</a:t>
            </a:r>
            <a:r>
              <a:rPr lang="en-IN" sz="1300">
                <a:solidFill>
                  <a:schemeClr val="dk1"/>
                </a:solidFill>
                <a:latin typeface="Times New Roman"/>
                <a:ea typeface="Times New Roman"/>
                <a:cs typeface="Times New Roman"/>
                <a:sym typeface="Times New Roman"/>
              </a:rPr>
              <a:t>. High-quality literature may not always be commercially adored.</a:t>
            </a:r>
            <a:endParaRPr sz="1300">
              <a:solidFill>
                <a:schemeClr val="dk1"/>
              </a:solidFill>
              <a:latin typeface="Arial"/>
              <a:ea typeface="Arial"/>
              <a:cs typeface="Arial"/>
              <a:sym typeface="Arial"/>
            </a:endParaRPr>
          </a:p>
          <a:p>
            <a:pPr indent="0" lvl="0" marL="0" marR="0" rtl="0" algn="l">
              <a:spcBef>
                <a:spcPts val="800"/>
              </a:spcBef>
              <a:spcAft>
                <a:spcPts val="0"/>
              </a:spcAft>
              <a:buNone/>
            </a:pPr>
            <a:r>
              <a:t/>
            </a:r>
            <a:endParaRPr sz="1300">
              <a:solidFill>
                <a:schemeClr val="dk1"/>
              </a:solidFill>
              <a:latin typeface="Corbel"/>
              <a:ea typeface="Corbel"/>
              <a:cs typeface="Corbel"/>
              <a:sym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457200" y="274638"/>
            <a:ext cx="8229600" cy="5666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Comparative Analysis’ Insights</a:t>
            </a:r>
            <a:endParaRPr/>
          </a:p>
        </p:txBody>
      </p:sp>
      <p:pic>
        <p:nvPicPr>
          <p:cNvPr id="204" name="Google Shape;204;p10"/>
          <p:cNvPicPr preferRelativeResize="0"/>
          <p:nvPr>
            <p:ph idx="1" type="body"/>
          </p:nvPr>
        </p:nvPicPr>
        <p:blipFill rotWithShape="1">
          <a:blip r:embed="rId3">
            <a:alphaModFix/>
          </a:blip>
          <a:srcRect b="0" l="0" r="0" t="0"/>
          <a:stretch/>
        </p:blipFill>
        <p:spPr>
          <a:xfrm>
            <a:off x="97536" y="950976"/>
            <a:ext cx="5132832" cy="5474208"/>
          </a:xfrm>
          <a:prstGeom prst="rect">
            <a:avLst/>
          </a:prstGeom>
          <a:noFill/>
          <a:ln>
            <a:noFill/>
          </a:ln>
        </p:spPr>
      </p:pic>
      <p:sp>
        <p:nvSpPr>
          <p:cNvPr id="205" name="Google Shape;205;p10"/>
          <p:cNvSpPr txBox="1"/>
          <p:nvPr/>
        </p:nvSpPr>
        <p:spPr>
          <a:xfrm>
            <a:off x="5340096" y="1039686"/>
            <a:ext cx="3706368" cy="5924442"/>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Clr>
                <a:schemeClr val="dk1"/>
              </a:buClr>
              <a:buSzPts val="1300"/>
              <a:buFont typeface="Times New Roman"/>
              <a:buNone/>
            </a:pPr>
            <a:r>
              <a:rPr lang="en-IN" sz="1300">
                <a:solidFill>
                  <a:schemeClr val="dk1"/>
                </a:solidFill>
                <a:latin typeface="Times New Roman"/>
                <a:ea typeface="Times New Roman"/>
                <a:cs typeface="Times New Roman"/>
                <a:sym typeface="Times New Roman"/>
              </a:rPr>
              <a:t> </a:t>
            </a:r>
            <a:r>
              <a:rPr b="1" lang="en-IN" sz="1300" u="sng">
                <a:solidFill>
                  <a:schemeClr val="dk1"/>
                </a:solidFill>
                <a:latin typeface="Times New Roman"/>
                <a:ea typeface="Times New Roman"/>
                <a:cs typeface="Times New Roman"/>
                <a:sym typeface="Times New Roman"/>
              </a:rPr>
              <a:t> Chart 6: Amazon vs Flipkart vs Goodreads – Average Ratings</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What it shows:</a:t>
            </a:r>
            <a:r>
              <a:rPr lang="en-IN" sz="1300">
                <a:solidFill>
                  <a:schemeClr val="dk1"/>
                </a:solidFill>
                <a:latin typeface="Times New Roman"/>
                <a:ea typeface="Times New Roman"/>
                <a:cs typeface="Times New Roman"/>
                <a:sym typeface="Times New Roman"/>
              </a:rPr>
              <a:t> 5 popular books rated across 3 platforms.</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Insights:</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Amazon consistently gives the highest ratings</a:t>
            </a:r>
            <a:r>
              <a:rPr lang="en-IN" sz="1300">
                <a:solidFill>
                  <a:schemeClr val="dk1"/>
                </a:solidFill>
                <a:latin typeface="Times New Roman"/>
                <a:ea typeface="Times New Roman"/>
                <a:cs typeface="Times New Roman"/>
                <a:sym typeface="Times New Roman"/>
              </a:rPr>
              <a:t>, indicating a more generous rating culture.</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Flipkart ratings are the lowest</a:t>
            </a:r>
            <a:r>
              <a:rPr lang="en-IN" sz="1300">
                <a:solidFill>
                  <a:schemeClr val="dk1"/>
                </a:solidFill>
                <a:latin typeface="Times New Roman"/>
                <a:ea typeface="Times New Roman"/>
                <a:cs typeface="Times New Roman"/>
                <a:sym typeface="Times New Roman"/>
              </a:rPr>
              <a:t> among the three for every book → Indian audience appears more critical.</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Goodreads ratings sit in the middle</a:t>
            </a:r>
            <a:r>
              <a:rPr lang="en-IN" sz="1300">
                <a:solidFill>
                  <a:schemeClr val="dk1"/>
                </a:solidFill>
                <a:latin typeface="Times New Roman"/>
                <a:ea typeface="Times New Roman"/>
                <a:cs typeface="Times New Roman"/>
                <a:sym typeface="Times New Roman"/>
              </a:rPr>
              <a:t> → balanced, community-driven evaluation.</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The Martian</a:t>
            </a:r>
            <a:r>
              <a:rPr lang="en-IN" sz="1300">
                <a:solidFill>
                  <a:schemeClr val="dk1"/>
                </a:solidFill>
                <a:latin typeface="Times New Roman"/>
                <a:ea typeface="Times New Roman"/>
                <a:cs typeface="Times New Roman"/>
                <a:sym typeface="Times New Roman"/>
              </a:rPr>
              <a:t> has the </a:t>
            </a:r>
            <a:r>
              <a:rPr b="1" lang="en-IN" sz="1300">
                <a:solidFill>
                  <a:schemeClr val="dk1"/>
                </a:solidFill>
                <a:latin typeface="Times New Roman"/>
                <a:ea typeface="Times New Roman"/>
                <a:cs typeface="Times New Roman"/>
                <a:sym typeface="Times New Roman"/>
              </a:rPr>
              <a:t>largest rating gap</a:t>
            </a:r>
            <a:r>
              <a:rPr lang="en-IN" sz="1300">
                <a:solidFill>
                  <a:schemeClr val="dk1"/>
                </a:solidFill>
                <a:latin typeface="Times New Roman"/>
                <a:ea typeface="Times New Roman"/>
                <a:cs typeface="Times New Roman"/>
                <a:sym typeface="Times New Roman"/>
              </a:rPr>
              <a:t> (Amazon 4.7 vs Flipkart 4.0), showing </a:t>
            </a:r>
            <a:r>
              <a:rPr b="1" lang="en-IN" sz="1300">
                <a:solidFill>
                  <a:schemeClr val="dk1"/>
                </a:solidFill>
                <a:latin typeface="Times New Roman"/>
                <a:ea typeface="Times New Roman"/>
                <a:cs typeface="Times New Roman"/>
                <a:sym typeface="Times New Roman"/>
              </a:rPr>
              <a:t>regional perception differences</a:t>
            </a:r>
            <a:r>
              <a:rPr lang="en-IN" sz="1300">
                <a:solidFill>
                  <a:schemeClr val="dk1"/>
                </a:solidFill>
                <a:latin typeface="Times New Roman"/>
                <a:ea typeface="Times New Roman"/>
                <a:cs typeface="Times New Roman"/>
                <a:sym typeface="Times New Roman"/>
              </a:rPr>
              <a:t>.</a:t>
            </a:r>
            <a:endParaRPr sz="1300">
              <a:solidFill>
                <a:schemeClr val="dk1"/>
              </a:solidFill>
              <a:latin typeface="Arial"/>
              <a:ea typeface="Arial"/>
              <a:cs typeface="Arial"/>
              <a:sym typeface="Arial"/>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IN" sz="1300">
                <a:solidFill>
                  <a:schemeClr val="dk1"/>
                </a:solidFill>
                <a:latin typeface="Times New Roman"/>
                <a:ea typeface="Times New Roman"/>
                <a:cs typeface="Times New Roman"/>
                <a:sym typeface="Times New Roman"/>
              </a:rPr>
              <a:t>The Alchemist</a:t>
            </a:r>
            <a:r>
              <a:rPr lang="en-IN" sz="1300">
                <a:solidFill>
                  <a:schemeClr val="dk1"/>
                </a:solidFill>
                <a:latin typeface="Times New Roman"/>
                <a:ea typeface="Times New Roman"/>
                <a:cs typeface="Times New Roman"/>
                <a:sym typeface="Times New Roman"/>
              </a:rPr>
              <a:t> shows the smallest spread → universally liked across platforms.</a:t>
            </a:r>
            <a:endParaRPr sz="1300">
              <a:solidFill>
                <a:schemeClr val="dk1"/>
              </a:solidFill>
              <a:latin typeface="Arial"/>
              <a:ea typeface="Arial"/>
              <a:cs typeface="Arial"/>
              <a:sym typeface="Arial"/>
            </a:endParaRPr>
          </a:p>
          <a:p>
            <a:pPr indent="0" lvl="0" marL="0" marR="0" rtl="0" algn="l">
              <a:lnSpc>
                <a:spcPct val="107000"/>
              </a:lnSpc>
              <a:spcBef>
                <a:spcPts val="800"/>
              </a:spcBef>
              <a:spcAft>
                <a:spcPts val="0"/>
              </a:spcAft>
              <a:buClr>
                <a:schemeClr val="dk1"/>
              </a:buClr>
              <a:buSzPts val="1300"/>
              <a:buFont typeface="Times New Roman"/>
              <a:buNone/>
            </a:pPr>
            <a:r>
              <a:rPr b="1" lang="en-IN" sz="1300">
                <a:solidFill>
                  <a:schemeClr val="dk1"/>
                </a:solidFill>
                <a:latin typeface="Times New Roman"/>
                <a:ea typeface="Times New Roman"/>
                <a:cs typeface="Times New Roman"/>
                <a:sym typeface="Times New Roman"/>
              </a:rPr>
              <a:t>Conclusion:</a:t>
            </a:r>
            <a:br>
              <a:rPr lang="en-IN" sz="1300">
                <a:solidFill>
                  <a:schemeClr val="dk1"/>
                </a:solidFill>
                <a:latin typeface="Times New Roman"/>
                <a:ea typeface="Times New Roman"/>
                <a:cs typeface="Times New Roman"/>
                <a:sym typeface="Times New Roman"/>
              </a:rPr>
            </a:br>
            <a:r>
              <a:rPr lang="en-IN" sz="1300">
                <a:solidFill>
                  <a:schemeClr val="dk1"/>
                </a:solidFill>
                <a:latin typeface="Times New Roman"/>
                <a:ea typeface="Times New Roman"/>
                <a:cs typeface="Times New Roman"/>
                <a:sym typeface="Times New Roman"/>
              </a:rPr>
              <a:t>Reader perception varies across markets — </a:t>
            </a:r>
            <a:r>
              <a:rPr b="1" lang="en-IN" sz="1300">
                <a:solidFill>
                  <a:schemeClr val="dk1"/>
                </a:solidFill>
                <a:latin typeface="Times New Roman"/>
                <a:ea typeface="Times New Roman"/>
                <a:cs typeface="Times New Roman"/>
                <a:sym typeface="Times New Roman"/>
              </a:rPr>
              <a:t>Amazon users show more positivity</a:t>
            </a:r>
            <a:r>
              <a:rPr lang="en-IN" sz="1300">
                <a:solidFill>
                  <a:schemeClr val="dk1"/>
                </a:solidFill>
                <a:latin typeface="Times New Roman"/>
                <a:ea typeface="Times New Roman"/>
                <a:cs typeface="Times New Roman"/>
                <a:sym typeface="Times New Roman"/>
              </a:rPr>
              <a:t>, while </a:t>
            </a:r>
            <a:r>
              <a:rPr b="1" lang="en-IN" sz="1300">
                <a:solidFill>
                  <a:schemeClr val="dk1"/>
                </a:solidFill>
                <a:latin typeface="Times New Roman"/>
                <a:ea typeface="Times New Roman"/>
                <a:cs typeface="Times New Roman"/>
                <a:sym typeface="Times New Roman"/>
              </a:rPr>
              <a:t>Flipkart readers are more judgemental</a:t>
            </a:r>
            <a:r>
              <a:rPr lang="en-IN" sz="1300">
                <a:solidFill>
                  <a:schemeClr val="dk1"/>
                </a:solidFill>
                <a:latin typeface="Times New Roman"/>
                <a:ea typeface="Times New Roman"/>
                <a:cs typeface="Times New Roman"/>
                <a:sym typeface="Times New Roman"/>
              </a:rPr>
              <a:t>.</a:t>
            </a:r>
            <a:endParaRPr sz="1300">
              <a:solidFill>
                <a:schemeClr val="dk1"/>
              </a:solidFill>
              <a:latin typeface="Arial"/>
              <a:ea typeface="Arial"/>
              <a:cs typeface="Arial"/>
              <a:sym typeface="Arial"/>
            </a:endParaRPr>
          </a:p>
          <a:p>
            <a:pPr indent="0" lvl="0" marL="0" marR="0" rtl="0" algn="l">
              <a:spcBef>
                <a:spcPts val="800"/>
              </a:spcBef>
              <a:spcAft>
                <a:spcPts val="0"/>
              </a:spcAft>
              <a:buNone/>
            </a:pPr>
            <a:r>
              <a:t/>
            </a:r>
            <a:endParaRPr sz="1300">
              <a:solidFill>
                <a:schemeClr val="dk1"/>
              </a:solidFill>
              <a:latin typeface="Corbel"/>
              <a:ea typeface="Corbel"/>
              <a:cs typeface="Corbel"/>
              <a:sym typeface="Cor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1"/>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lang="en-IN" sz="4000">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
        <p:nvSpPr>
          <p:cNvPr id="211" name="Google Shape;211;p11"/>
          <p:cNvSpPr txBox="1"/>
          <p:nvPr>
            <p:ph idx="1" type="body"/>
          </p:nvPr>
        </p:nvSpPr>
        <p:spPr>
          <a:xfrm>
            <a:off x="982133" y="2667000"/>
            <a:ext cx="7704667" cy="3332816"/>
          </a:xfrm>
          <a:prstGeom prst="rect">
            <a:avLst/>
          </a:prstGeom>
          <a:noFill/>
          <a:ln>
            <a:noFill/>
          </a:ln>
        </p:spPr>
        <p:txBody>
          <a:bodyPr anchorCtr="0" anchor="ctr" bIns="45700" lIns="91425" spcFirstLastPara="1" rIns="91425" wrap="square" tIns="45700">
            <a:normAutofit fontScale="92500"/>
          </a:bodyPr>
          <a:lstStyle/>
          <a:p>
            <a:pPr indent="-285750" lvl="0" marL="285750" rtl="0" algn="l">
              <a:spcBef>
                <a:spcPts val="0"/>
              </a:spcBef>
              <a:spcAft>
                <a:spcPts val="0"/>
              </a:spcAft>
              <a:buSzPct val="145000"/>
              <a:buChar char="•"/>
            </a:pPr>
            <a:r>
              <a:rPr lang="en-IN" sz="2400">
                <a:latin typeface="Times New Roman"/>
                <a:ea typeface="Times New Roman"/>
                <a:cs typeface="Times New Roman"/>
                <a:sym typeface="Times New Roman"/>
              </a:rPr>
              <a:t>Reader perception of books varies significantly across platforms. Amazon users rate more positively, Flipkart users are stricter and regionally influenced, while Goodreads offers the most balanced and community-driven review system. Critic-based rankings (Guardian/NYT) often diverge sharply from Reader’s Digest and commercial ratings, proving that critical acclaim does not guarantee popular acceptance. Only a handful of books achieve universal appreciation across both expert and public platforms.</a:t>
            </a:r>
            <a:endParaRPr/>
          </a:p>
          <a:p>
            <a:pPr indent="-81344" lvl="0" marL="285750" rtl="0" algn="l">
              <a:spcBef>
                <a:spcPts val="1044"/>
              </a:spcBef>
              <a:spcAft>
                <a:spcPts val="0"/>
              </a:spcAft>
              <a:buSzPct val="145000"/>
              <a:buNone/>
            </a:pPr>
            <a:r>
              <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2"/>
          <p:cNvSpPr txBox="1"/>
          <p:nvPr>
            <p:ph type="title"/>
          </p:nvPr>
        </p:nvSpPr>
        <p:spPr>
          <a:xfrm>
            <a:off x="457200" y="3291681"/>
            <a:ext cx="8229600" cy="91455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lang="en-IN">
                <a:latin typeface="Times New Roman"/>
                <a:ea typeface="Times New Roman"/>
                <a:cs typeface="Times New Roman"/>
                <a:sym typeface="Times New Roman"/>
              </a:rPr>
              <a:t>Future Scope</a:t>
            </a:r>
            <a:endParaRPr>
              <a:latin typeface="Times New Roman"/>
              <a:ea typeface="Times New Roman"/>
              <a:cs typeface="Times New Roman"/>
              <a:sym typeface="Times New Roman"/>
            </a:endParaRPr>
          </a:p>
        </p:txBody>
      </p:sp>
      <p:sp>
        <p:nvSpPr>
          <p:cNvPr id="217" name="Google Shape;217;p12"/>
          <p:cNvSpPr txBox="1"/>
          <p:nvPr>
            <p:ph idx="1" type="body"/>
          </p:nvPr>
        </p:nvSpPr>
        <p:spPr>
          <a:xfrm>
            <a:off x="457200" y="1600200"/>
            <a:ext cx="8229600" cy="1691481"/>
          </a:xfrm>
          <a:prstGeom prst="rect">
            <a:avLst/>
          </a:prstGeom>
          <a:noFill/>
          <a:ln>
            <a:noFill/>
          </a:ln>
        </p:spPr>
        <p:txBody>
          <a:bodyPr anchorCtr="0" anchor="ctr" bIns="45700" lIns="91425" spcFirstLastPara="1" rIns="91425" wrap="square" tIns="45700">
            <a:normAutofit lnSpcReduction="10000"/>
          </a:bodyPr>
          <a:lstStyle/>
          <a:p>
            <a:pPr indent="-294640" lvl="0" marL="285750" rtl="0" algn="l">
              <a:spcBef>
                <a:spcPts val="0"/>
              </a:spcBef>
              <a:spcAft>
                <a:spcPts val="0"/>
              </a:spcAft>
              <a:buSzPts val="4640"/>
              <a:buChar char="•"/>
            </a:pPr>
            <a:r>
              <a:rPr lang="en-IN" sz="3200">
                <a:latin typeface="Times New Roman"/>
                <a:ea typeface="Times New Roman"/>
                <a:cs typeface="Times New Roman"/>
                <a:sym typeface="Times New Roman"/>
              </a:rPr>
              <a:t>Helps readers make informed choices</a:t>
            </a:r>
            <a:endParaRPr/>
          </a:p>
          <a:p>
            <a:pPr indent="-285750" lvl="1" marL="742950" rtl="0" algn="l">
              <a:spcBef>
                <a:spcPts val="1160"/>
              </a:spcBef>
              <a:spcAft>
                <a:spcPts val="0"/>
              </a:spcAft>
              <a:buSzPts val="4060"/>
              <a:buChar char="•"/>
            </a:pPr>
            <a:r>
              <a:rPr lang="en-IN" sz="2800">
                <a:latin typeface="Times New Roman"/>
                <a:ea typeface="Times New Roman"/>
                <a:cs typeface="Times New Roman"/>
                <a:sym typeface="Times New Roman"/>
              </a:rPr>
              <a:t>Reveals bias in popular book lists</a:t>
            </a:r>
            <a:endParaRPr/>
          </a:p>
          <a:p>
            <a:pPr indent="-285750" lvl="1" marL="742950" rtl="0" algn="l">
              <a:spcBef>
                <a:spcPts val="1160"/>
              </a:spcBef>
              <a:spcAft>
                <a:spcPts val="0"/>
              </a:spcAft>
              <a:buSzPts val="4060"/>
              <a:buChar char="•"/>
            </a:pPr>
            <a:r>
              <a:rPr lang="en-IN" sz="2800">
                <a:latin typeface="Times New Roman"/>
                <a:ea typeface="Times New Roman"/>
                <a:cs typeface="Times New Roman"/>
                <a:sym typeface="Times New Roman"/>
              </a:rPr>
              <a:t>Promotes data-driven thinking in literature</a:t>
            </a:r>
            <a:endParaRPr/>
          </a:p>
        </p:txBody>
      </p:sp>
      <p:sp>
        <p:nvSpPr>
          <p:cNvPr id="218" name="Google Shape;218;p12"/>
          <p:cNvSpPr txBox="1"/>
          <p:nvPr/>
        </p:nvSpPr>
        <p:spPr>
          <a:xfrm>
            <a:off x="609600" y="427038"/>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dk1"/>
              </a:buClr>
              <a:buSzPts val="4400"/>
              <a:buFont typeface="Times New Roman"/>
              <a:buNone/>
            </a:pPr>
            <a:r>
              <a:rPr lang="en-IN" sz="4400">
                <a:solidFill>
                  <a:schemeClr val="dk1"/>
                </a:solidFill>
                <a:latin typeface="Times New Roman"/>
                <a:ea typeface="Times New Roman"/>
                <a:cs typeface="Times New Roman"/>
                <a:sym typeface="Times New Roman"/>
              </a:rPr>
              <a:t>Social Relevance</a:t>
            </a:r>
            <a:endParaRPr sz="4400">
              <a:solidFill>
                <a:schemeClr val="dk1"/>
              </a:solidFill>
              <a:latin typeface="Times New Roman"/>
              <a:ea typeface="Times New Roman"/>
              <a:cs typeface="Times New Roman"/>
              <a:sym typeface="Times New Roman"/>
            </a:endParaRPr>
          </a:p>
        </p:txBody>
      </p:sp>
      <p:sp>
        <p:nvSpPr>
          <p:cNvPr id="219" name="Google Shape;219;p12"/>
          <p:cNvSpPr txBox="1"/>
          <p:nvPr/>
        </p:nvSpPr>
        <p:spPr>
          <a:xfrm>
            <a:off x="457200" y="4206240"/>
            <a:ext cx="8229600" cy="2078419"/>
          </a:xfrm>
          <a:prstGeom prst="rect">
            <a:avLst/>
          </a:prstGeom>
          <a:noFill/>
          <a:ln>
            <a:noFill/>
          </a:ln>
        </p:spPr>
        <p:txBody>
          <a:bodyPr anchorCtr="0" anchor="t" bIns="45700" lIns="91425" spcFirstLastPara="1" rIns="91425" wrap="square" tIns="45700">
            <a:normAutofit/>
          </a:bodyPr>
          <a:lstStyle/>
          <a:p>
            <a:pPr indent="-342900" lvl="0" marL="342900" marR="0" rtl="0" algn="l">
              <a:spcBef>
                <a:spcPts val="0"/>
              </a:spcBef>
              <a:spcAft>
                <a:spcPts val="0"/>
              </a:spcAft>
              <a:buClr>
                <a:schemeClr val="dk1"/>
              </a:buClr>
              <a:buSzPts val="3200"/>
              <a:buFont typeface="Arial"/>
              <a:buChar char="•"/>
            </a:pPr>
            <a:r>
              <a:rPr lang="en-IN" sz="3200">
                <a:solidFill>
                  <a:schemeClr val="dk1"/>
                </a:solidFill>
                <a:latin typeface="Times New Roman"/>
                <a:ea typeface="Times New Roman"/>
                <a:cs typeface="Times New Roman"/>
                <a:sym typeface="Times New Roman"/>
              </a:rPr>
              <a:t>Sentiment analysis of reader reviews</a:t>
            </a:r>
            <a:endParaRPr/>
          </a:p>
          <a:p>
            <a:pPr indent="-285750" lvl="1" marL="742950" marR="0" rtl="0" algn="l">
              <a:spcBef>
                <a:spcPts val="560"/>
              </a:spcBef>
              <a:spcAft>
                <a:spcPts val="0"/>
              </a:spcAft>
              <a:buClr>
                <a:schemeClr val="dk1"/>
              </a:buClr>
              <a:buSzPts val="2800"/>
              <a:buFont typeface="Arial"/>
              <a:buChar char="–"/>
            </a:pPr>
            <a:r>
              <a:rPr b="0" i="0" lang="en-IN" sz="2800" u="none" cap="none" strike="noStrike">
                <a:solidFill>
                  <a:schemeClr val="dk1"/>
                </a:solidFill>
                <a:latin typeface="Times New Roman"/>
                <a:ea typeface="Times New Roman"/>
                <a:cs typeface="Times New Roman"/>
                <a:sym typeface="Times New Roman"/>
              </a:rPr>
              <a:t>Inclusion of regional and non-English literature</a:t>
            </a:r>
            <a:endParaRPr/>
          </a:p>
          <a:p>
            <a:pPr indent="-285750" lvl="1" marL="742950" marR="0" rtl="0" algn="l">
              <a:spcBef>
                <a:spcPts val="560"/>
              </a:spcBef>
              <a:spcAft>
                <a:spcPts val="0"/>
              </a:spcAft>
              <a:buClr>
                <a:schemeClr val="dk1"/>
              </a:buClr>
              <a:buSzPts val="2800"/>
              <a:buFont typeface="Arial"/>
              <a:buChar char="–"/>
            </a:pPr>
            <a:r>
              <a:rPr b="0" i="0" lang="en-IN" sz="2800" u="none" cap="none" strike="noStrike">
                <a:solidFill>
                  <a:schemeClr val="dk1"/>
                </a:solidFill>
                <a:latin typeface="Times New Roman"/>
                <a:ea typeface="Times New Roman"/>
                <a:cs typeface="Times New Roman"/>
                <a:sym typeface="Times New Roman"/>
              </a:rPr>
              <a:t>Machine learning-based recommendation systems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Sunil</dc:creator>
</cp:coreProperties>
</file>